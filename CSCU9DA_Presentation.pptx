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48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66497D-78F2-46B8-82F5-6CD36F994B6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2F6CAE-6F29-4B72-8D8C-20FC4F1C704F}">
      <dgm:prSet/>
      <dgm:spPr/>
      <dgm:t>
        <a:bodyPr/>
        <a:lstStyle/>
        <a:p>
          <a:r>
            <a:rPr lang="en-GB" b="0"/>
            <a:t>Fear that generative AI and automation destroy jobs</a:t>
          </a:r>
          <a:endParaRPr lang="en-US"/>
        </a:p>
      </dgm:t>
    </dgm:pt>
    <dgm:pt modelId="{0730C690-809E-4388-B0A6-E88000D6681B}" type="parTrans" cxnId="{861A5F1D-5D4E-4C30-8BEB-DBE8279055E2}">
      <dgm:prSet/>
      <dgm:spPr/>
      <dgm:t>
        <a:bodyPr/>
        <a:lstStyle/>
        <a:p>
          <a:endParaRPr lang="en-US"/>
        </a:p>
      </dgm:t>
    </dgm:pt>
    <dgm:pt modelId="{60308223-B680-4CC6-BD4E-107C3B3CF0AB}" type="sibTrans" cxnId="{861A5F1D-5D4E-4C30-8BEB-DBE8279055E2}">
      <dgm:prSet/>
      <dgm:spPr/>
      <dgm:t>
        <a:bodyPr/>
        <a:lstStyle/>
        <a:p>
          <a:endParaRPr lang="en-US"/>
        </a:p>
      </dgm:t>
    </dgm:pt>
    <dgm:pt modelId="{B2FB5034-69C4-4C65-89CF-F594632468A1}">
      <dgm:prSet/>
      <dgm:spPr/>
      <dgm:t>
        <a:bodyPr/>
        <a:lstStyle/>
        <a:p>
          <a:r>
            <a:rPr lang="en-GB" b="0"/>
            <a:t>Many “exposure” scores exist (Frey &amp; Osborne, Webb, Felten, Eloundou, …) built from expert opinion, patents or task text</a:t>
          </a:r>
          <a:endParaRPr lang="en-US"/>
        </a:p>
      </dgm:t>
    </dgm:pt>
    <dgm:pt modelId="{8C02A8CA-ED57-43A0-9B79-9B2B46C33EAC}" type="parTrans" cxnId="{A0605E2F-B2F1-4BD6-93C0-1AE6AE576DAB}">
      <dgm:prSet/>
      <dgm:spPr/>
      <dgm:t>
        <a:bodyPr/>
        <a:lstStyle/>
        <a:p>
          <a:endParaRPr lang="en-US"/>
        </a:p>
      </dgm:t>
    </dgm:pt>
    <dgm:pt modelId="{121C2394-B240-46AA-A19E-279A6C06528B}" type="sibTrans" cxnId="{A0605E2F-B2F1-4BD6-93C0-1AE6AE576DAB}">
      <dgm:prSet/>
      <dgm:spPr/>
      <dgm:t>
        <a:bodyPr/>
        <a:lstStyle/>
        <a:p>
          <a:endParaRPr lang="en-US"/>
        </a:p>
      </dgm:t>
    </dgm:pt>
    <dgm:pt modelId="{6D435CB3-68AA-433B-9C15-828468BE3EEC}">
      <dgm:prSet/>
      <dgm:spPr/>
      <dgm:t>
        <a:bodyPr/>
        <a:lstStyle/>
        <a:p>
          <a:r>
            <a:rPr lang="en-GB" b="0"/>
            <a:t>Almost never checked against real outcomes</a:t>
          </a:r>
          <a:endParaRPr lang="en-US"/>
        </a:p>
      </dgm:t>
    </dgm:pt>
    <dgm:pt modelId="{D403C93A-037D-42AD-B170-D83ABE657EE8}" type="parTrans" cxnId="{0A71C39E-DAA0-4A9B-A184-4E515D900905}">
      <dgm:prSet/>
      <dgm:spPr/>
      <dgm:t>
        <a:bodyPr/>
        <a:lstStyle/>
        <a:p>
          <a:endParaRPr lang="en-US"/>
        </a:p>
      </dgm:t>
    </dgm:pt>
    <dgm:pt modelId="{3A813EA9-CC26-4990-B103-ECF78CFB37AE}" type="sibTrans" cxnId="{0A71C39E-DAA0-4A9B-A184-4E515D900905}">
      <dgm:prSet/>
      <dgm:spPr/>
      <dgm:t>
        <a:bodyPr/>
        <a:lstStyle/>
        <a:p>
          <a:endParaRPr lang="en-US"/>
        </a:p>
      </dgm:t>
    </dgm:pt>
    <dgm:pt modelId="{F4154B95-B923-4AA7-97F4-F0CAC245B613}">
      <dgm:prSet/>
      <dgm:spPr/>
      <dgm:t>
        <a:bodyPr/>
        <a:lstStyle/>
        <a:p>
          <a:r>
            <a:rPr lang="en-GB" b="0"/>
            <a:t>RQ: do scores predict real occupational unemployment risk, and does combining them help?</a:t>
          </a:r>
          <a:endParaRPr lang="en-US"/>
        </a:p>
      </dgm:t>
    </dgm:pt>
    <dgm:pt modelId="{AF02CE3F-5D7A-40E6-88BB-A7E13D71703E}" type="parTrans" cxnId="{7B195942-3E06-451C-A730-FBB39C63D4DB}">
      <dgm:prSet/>
      <dgm:spPr/>
      <dgm:t>
        <a:bodyPr/>
        <a:lstStyle/>
        <a:p>
          <a:endParaRPr lang="en-US"/>
        </a:p>
      </dgm:t>
    </dgm:pt>
    <dgm:pt modelId="{0367AD8A-8654-4AEF-A470-43DAF099174C}" type="sibTrans" cxnId="{7B195942-3E06-451C-A730-FBB39C63D4DB}">
      <dgm:prSet/>
      <dgm:spPr/>
      <dgm:t>
        <a:bodyPr/>
        <a:lstStyle/>
        <a:p>
          <a:endParaRPr lang="en-US"/>
        </a:p>
      </dgm:t>
    </dgm:pt>
    <dgm:pt modelId="{FB30ABB4-08D4-4668-8B9F-B135B4FA43D3}">
      <dgm:prSet/>
      <dgm:spPr/>
      <dgm:t>
        <a:bodyPr/>
        <a:lstStyle/>
        <a:p>
          <a:r>
            <a:rPr lang="en-GB" b="0"/>
            <a:t>Why it matters: targeting retraining and support</a:t>
          </a:r>
          <a:endParaRPr lang="en-US"/>
        </a:p>
      </dgm:t>
    </dgm:pt>
    <dgm:pt modelId="{BE8EF5B6-712D-40C5-A1E0-0DD7840B9D1C}" type="parTrans" cxnId="{860B136D-A0AC-42FD-9D10-BD0332CE3F44}">
      <dgm:prSet/>
      <dgm:spPr/>
      <dgm:t>
        <a:bodyPr/>
        <a:lstStyle/>
        <a:p>
          <a:endParaRPr lang="en-US"/>
        </a:p>
      </dgm:t>
    </dgm:pt>
    <dgm:pt modelId="{7D7508FF-2759-4960-A875-D0FF99CF0968}" type="sibTrans" cxnId="{860B136D-A0AC-42FD-9D10-BD0332CE3F44}">
      <dgm:prSet/>
      <dgm:spPr/>
      <dgm:t>
        <a:bodyPr/>
        <a:lstStyle/>
        <a:p>
          <a:endParaRPr lang="en-US"/>
        </a:p>
      </dgm:t>
    </dgm:pt>
    <dgm:pt modelId="{1B1D7262-BD94-44C9-BE7E-8EC173F489EE}" type="pres">
      <dgm:prSet presAssocID="{9F66497D-78F2-46B8-82F5-6CD36F994B62}" presName="linear" presStyleCnt="0">
        <dgm:presLayoutVars>
          <dgm:animLvl val="lvl"/>
          <dgm:resizeHandles val="exact"/>
        </dgm:presLayoutVars>
      </dgm:prSet>
      <dgm:spPr/>
    </dgm:pt>
    <dgm:pt modelId="{22E6894D-74EA-4480-868A-1A147DF8E551}" type="pres">
      <dgm:prSet presAssocID="{F32F6CAE-6F29-4B72-8D8C-20FC4F1C704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2B6D3CF-DD7D-4C1E-BC67-F8EAFA34DD6C}" type="pres">
      <dgm:prSet presAssocID="{60308223-B680-4CC6-BD4E-107C3B3CF0AB}" presName="spacer" presStyleCnt="0"/>
      <dgm:spPr/>
    </dgm:pt>
    <dgm:pt modelId="{673027A1-514C-453F-9256-3C18CEB2D64A}" type="pres">
      <dgm:prSet presAssocID="{B2FB5034-69C4-4C65-89CF-F594632468A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5142548-A057-49F1-A423-C35C46F1DE72}" type="pres">
      <dgm:prSet presAssocID="{121C2394-B240-46AA-A19E-279A6C06528B}" presName="spacer" presStyleCnt="0"/>
      <dgm:spPr/>
    </dgm:pt>
    <dgm:pt modelId="{E99913C8-9598-4345-A615-124C324122C5}" type="pres">
      <dgm:prSet presAssocID="{6D435CB3-68AA-433B-9C15-828468BE3EE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1D45FFF-3B36-408D-98AB-B9084F3443CE}" type="pres">
      <dgm:prSet presAssocID="{3A813EA9-CC26-4990-B103-ECF78CFB37AE}" presName="spacer" presStyleCnt="0"/>
      <dgm:spPr/>
    </dgm:pt>
    <dgm:pt modelId="{D6EF1CDB-F554-46C5-9656-4EA99616318D}" type="pres">
      <dgm:prSet presAssocID="{F4154B95-B923-4AA7-97F4-F0CAC245B61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63B3B1-C233-4A7F-BE81-7E19DABB6BD0}" type="pres">
      <dgm:prSet presAssocID="{0367AD8A-8654-4AEF-A470-43DAF099174C}" presName="spacer" presStyleCnt="0"/>
      <dgm:spPr/>
    </dgm:pt>
    <dgm:pt modelId="{DB4D8F3C-B65C-4271-8CC3-C071AF3C47DA}" type="pres">
      <dgm:prSet presAssocID="{FB30ABB4-08D4-4668-8B9F-B135B4FA43D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1972208-BF26-47B1-AE13-05BE1698CA75}" type="presOf" srcId="{F4154B95-B923-4AA7-97F4-F0CAC245B613}" destId="{D6EF1CDB-F554-46C5-9656-4EA99616318D}" srcOrd="0" destOrd="0" presId="urn:microsoft.com/office/officeart/2005/8/layout/vList2"/>
    <dgm:cxn modelId="{861A5F1D-5D4E-4C30-8BEB-DBE8279055E2}" srcId="{9F66497D-78F2-46B8-82F5-6CD36F994B62}" destId="{F32F6CAE-6F29-4B72-8D8C-20FC4F1C704F}" srcOrd="0" destOrd="0" parTransId="{0730C690-809E-4388-B0A6-E88000D6681B}" sibTransId="{60308223-B680-4CC6-BD4E-107C3B3CF0AB}"/>
    <dgm:cxn modelId="{A0605E2F-B2F1-4BD6-93C0-1AE6AE576DAB}" srcId="{9F66497D-78F2-46B8-82F5-6CD36F994B62}" destId="{B2FB5034-69C4-4C65-89CF-F594632468A1}" srcOrd="1" destOrd="0" parTransId="{8C02A8CA-ED57-43A0-9B79-9B2B46C33EAC}" sibTransId="{121C2394-B240-46AA-A19E-279A6C06528B}"/>
    <dgm:cxn modelId="{C9363831-4EE2-4107-8D3C-A3B1C6B28AE3}" type="presOf" srcId="{B2FB5034-69C4-4C65-89CF-F594632468A1}" destId="{673027A1-514C-453F-9256-3C18CEB2D64A}" srcOrd="0" destOrd="0" presId="urn:microsoft.com/office/officeart/2005/8/layout/vList2"/>
    <dgm:cxn modelId="{42FC4B31-B5C0-45E6-9D35-52BDB575A219}" type="presOf" srcId="{FB30ABB4-08D4-4668-8B9F-B135B4FA43D3}" destId="{DB4D8F3C-B65C-4271-8CC3-C071AF3C47DA}" srcOrd="0" destOrd="0" presId="urn:microsoft.com/office/officeart/2005/8/layout/vList2"/>
    <dgm:cxn modelId="{7B195942-3E06-451C-A730-FBB39C63D4DB}" srcId="{9F66497D-78F2-46B8-82F5-6CD36F994B62}" destId="{F4154B95-B923-4AA7-97F4-F0CAC245B613}" srcOrd="3" destOrd="0" parTransId="{AF02CE3F-5D7A-40E6-88BB-A7E13D71703E}" sibTransId="{0367AD8A-8654-4AEF-A470-43DAF099174C}"/>
    <dgm:cxn modelId="{860B136D-A0AC-42FD-9D10-BD0332CE3F44}" srcId="{9F66497D-78F2-46B8-82F5-6CD36F994B62}" destId="{FB30ABB4-08D4-4668-8B9F-B135B4FA43D3}" srcOrd="4" destOrd="0" parTransId="{BE8EF5B6-712D-40C5-A1E0-0DD7840B9D1C}" sibTransId="{7D7508FF-2759-4960-A875-D0FF99CF0968}"/>
    <dgm:cxn modelId="{37AE2B51-DCA3-4A0B-8B4A-0B0ED448FA5B}" type="presOf" srcId="{9F66497D-78F2-46B8-82F5-6CD36F994B62}" destId="{1B1D7262-BD94-44C9-BE7E-8EC173F489EE}" srcOrd="0" destOrd="0" presId="urn:microsoft.com/office/officeart/2005/8/layout/vList2"/>
    <dgm:cxn modelId="{0A71C39E-DAA0-4A9B-A184-4E515D900905}" srcId="{9F66497D-78F2-46B8-82F5-6CD36F994B62}" destId="{6D435CB3-68AA-433B-9C15-828468BE3EEC}" srcOrd="2" destOrd="0" parTransId="{D403C93A-037D-42AD-B170-D83ABE657EE8}" sibTransId="{3A813EA9-CC26-4990-B103-ECF78CFB37AE}"/>
    <dgm:cxn modelId="{FCD796BE-1F4D-4627-92AE-7FC453518351}" type="presOf" srcId="{F32F6CAE-6F29-4B72-8D8C-20FC4F1C704F}" destId="{22E6894D-74EA-4480-868A-1A147DF8E551}" srcOrd="0" destOrd="0" presId="urn:microsoft.com/office/officeart/2005/8/layout/vList2"/>
    <dgm:cxn modelId="{513BF7BF-4134-4053-BB5C-4506605606C8}" type="presOf" srcId="{6D435CB3-68AA-433B-9C15-828468BE3EEC}" destId="{E99913C8-9598-4345-A615-124C324122C5}" srcOrd="0" destOrd="0" presId="urn:microsoft.com/office/officeart/2005/8/layout/vList2"/>
    <dgm:cxn modelId="{7FA7490C-7792-4E8E-929A-47F3AFF1E801}" type="presParOf" srcId="{1B1D7262-BD94-44C9-BE7E-8EC173F489EE}" destId="{22E6894D-74EA-4480-868A-1A147DF8E551}" srcOrd="0" destOrd="0" presId="urn:microsoft.com/office/officeart/2005/8/layout/vList2"/>
    <dgm:cxn modelId="{4CAB1118-E4AC-42B7-9E66-441520CA2C17}" type="presParOf" srcId="{1B1D7262-BD94-44C9-BE7E-8EC173F489EE}" destId="{22B6D3CF-DD7D-4C1E-BC67-F8EAFA34DD6C}" srcOrd="1" destOrd="0" presId="urn:microsoft.com/office/officeart/2005/8/layout/vList2"/>
    <dgm:cxn modelId="{53EAA5E6-FDC3-4852-A1E4-C860AA93BA54}" type="presParOf" srcId="{1B1D7262-BD94-44C9-BE7E-8EC173F489EE}" destId="{673027A1-514C-453F-9256-3C18CEB2D64A}" srcOrd="2" destOrd="0" presId="urn:microsoft.com/office/officeart/2005/8/layout/vList2"/>
    <dgm:cxn modelId="{3DB57017-447E-4B79-8601-94AE66A6D66A}" type="presParOf" srcId="{1B1D7262-BD94-44C9-BE7E-8EC173F489EE}" destId="{55142548-A057-49F1-A423-C35C46F1DE72}" srcOrd="3" destOrd="0" presId="urn:microsoft.com/office/officeart/2005/8/layout/vList2"/>
    <dgm:cxn modelId="{92E33E8B-77E0-454C-82C6-A18951DCBDDC}" type="presParOf" srcId="{1B1D7262-BD94-44C9-BE7E-8EC173F489EE}" destId="{E99913C8-9598-4345-A615-124C324122C5}" srcOrd="4" destOrd="0" presId="urn:microsoft.com/office/officeart/2005/8/layout/vList2"/>
    <dgm:cxn modelId="{8FB953C0-BDAC-4C31-A49B-FFD951538631}" type="presParOf" srcId="{1B1D7262-BD94-44C9-BE7E-8EC173F489EE}" destId="{E1D45FFF-3B36-408D-98AB-B9084F3443CE}" srcOrd="5" destOrd="0" presId="urn:microsoft.com/office/officeart/2005/8/layout/vList2"/>
    <dgm:cxn modelId="{00CBD32C-36ED-465B-8694-52BDF8DE9C64}" type="presParOf" srcId="{1B1D7262-BD94-44C9-BE7E-8EC173F489EE}" destId="{D6EF1CDB-F554-46C5-9656-4EA99616318D}" srcOrd="6" destOrd="0" presId="urn:microsoft.com/office/officeart/2005/8/layout/vList2"/>
    <dgm:cxn modelId="{A5DCDE96-20CF-4A00-BA57-F9C3BAFDCB50}" type="presParOf" srcId="{1B1D7262-BD94-44C9-BE7E-8EC173F489EE}" destId="{6863B3B1-C233-4A7F-BE81-7E19DABB6BD0}" srcOrd="7" destOrd="0" presId="urn:microsoft.com/office/officeart/2005/8/layout/vList2"/>
    <dgm:cxn modelId="{22611F04-5B58-4F35-8317-B00045136165}" type="presParOf" srcId="{1B1D7262-BD94-44C9-BE7E-8EC173F489EE}" destId="{DB4D8F3C-B65C-4271-8CC3-C071AF3C47D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8D7B0-618A-4A6C-AE02-66B2A40C317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F1EDE5-4256-4B78-8699-0F3E73EBAAFC}">
      <dgm:prSet/>
      <dgm:spPr/>
      <dgm:t>
        <a:bodyPr/>
        <a:lstStyle/>
        <a:p>
          <a:r>
            <a:rPr lang="en-GB" b="0"/>
            <a:t>Outcome: share of an occupation’s workforce on unemployment insurance, per state-month (log10)</a:t>
          </a:r>
          <a:endParaRPr lang="en-US"/>
        </a:p>
      </dgm:t>
    </dgm:pt>
    <dgm:pt modelId="{D7BFD1FC-EF27-454C-A561-57483081F2B5}" type="parTrans" cxnId="{F14FCF60-82E3-469C-B2FF-4E1633DF37DE}">
      <dgm:prSet/>
      <dgm:spPr/>
      <dgm:t>
        <a:bodyPr/>
        <a:lstStyle/>
        <a:p>
          <a:endParaRPr lang="en-US"/>
        </a:p>
      </dgm:t>
    </dgm:pt>
    <dgm:pt modelId="{E21DAEBA-09FF-4369-8D1D-907B2B891D9E}" type="sibTrans" cxnId="{F14FCF60-82E3-469C-B2FF-4E1633DF37D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CD71684-AAE4-4DF6-A7B7-37B0F68C238D}">
      <dgm:prSet/>
      <dgm:spPr/>
      <dgm:t>
        <a:bodyPr/>
        <a:lstStyle/>
        <a:p>
          <a:r>
            <a:rPr lang="en-GB" b="0"/>
            <a:t>N = 140,274 state × month × occupation records, 2010–2020</a:t>
          </a:r>
          <a:endParaRPr lang="en-US"/>
        </a:p>
      </dgm:t>
    </dgm:pt>
    <dgm:pt modelId="{7A179499-D34E-4E1E-B72C-196A200B9167}" type="parTrans" cxnId="{8C1D88F6-B813-4B29-A3F3-E0F02B1616CB}">
      <dgm:prSet/>
      <dgm:spPr/>
      <dgm:t>
        <a:bodyPr/>
        <a:lstStyle/>
        <a:p>
          <a:endParaRPr lang="en-US"/>
        </a:p>
      </dgm:t>
    </dgm:pt>
    <dgm:pt modelId="{DC8186D5-3AC5-414A-83D2-4B555CA22018}" type="sibTrans" cxnId="{8C1D88F6-B813-4B29-A3F3-E0F02B1616C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FF8DC20-8749-47A6-8C4D-AB25B9F7A9DE}">
      <dgm:prSet/>
      <dgm:spPr/>
      <dgm:t>
        <a:bodyPr/>
        <a:lstStyle/>
        <a:p>
          <a:r>
            <a:rPr lang="en-GB" b="0"/>
            <a:t>Predictors: 8 literatures’ exposure scores at 2-digit SOC level</a:t>
          </a:r>
          <a:endParaRPr lang="en-US"/>
        </a:p>
      </dgm:t>
    </dgm:pt>
    <dgm:pt modelId="{8D91D6C5-654B-436A-9623-487C4F15CF49}" type="parTrans" cxnId="{33DCD66D-3980-4C19-956C-8292835BA873}">
      <dgm:prSet/>
      <dgm:spPr/>
      <dgm:t>
        <a:bodyPr/>
        <a:lstStyle/>
        <a:p>
          <a:endParaRPr lang="en-US"/>
        </a:p>
      </dgm:t>
    </dgm:pt>
    <dgm:pt modelId="{4FBE046B-78F8-4AA2-8CC5-44831115081B}" type="sibTrans" cxnId="{33DCD66D-3980-4C19-956C-8292835BA873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67AC896-7F71-4BF4-82A9-BADB2BF4B7B4}">
      <dgm:prSet/>
      <dgm:spPr/>
      <dgm:t>
        <a:bodyPr/>
        <a:lstStyle/>
        <a:p>
          <a:r>
            <a:rPr lang="en-GB" b="0"/>
            <a:t>Controls: O*NET skills PCA, education, year / month / state fixed effects</a:t>
          </a:r>
          <a:endParaRPr lang="en-US"/>
        </a:p>
      </dgm:t>
    </dgm:pt>
    <dgm:pt modelId="{DA9C3CA4-0498-450B-BC33-F4608C6D5856}" type="parTrans" cxnId="{3D1EE5C2-8436-46EE-B7D5-4C7431A6544D}">
      <dgm:prSet/>
      <dgm:spPr/>
      <dgm:t>
        <a:bodyPr/>
        <a:lstStyle/>
        <a:p>
          <a:endParaRPr lang="en-US"/>
        </a:p>
      </dgm:t>
    </dgm:pt>
    <dgm:pt modelId="{834FCB0A-8035-49DC-BB04-C94B75168244}" type="sibTrans" cxnId="{3D1EE5C2-8436-46EE-B7D5-4C7431A6544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A90F3F0-CEB9-4CE3-B3F6-93736373BA53}">
      <dgm:prSet/>
      <dgm:spPr/>
      <dgm:t>
        <a:bodyPr/>
        <a:lstStyle/>
        <a:p>
          <a:r>
            <a:rPr lang="en-GB" b="0"/>
            <a:t>Framing: predictive and associational, not causal</a:t>
          </a:r>
          <a:endParaRPr lang="en-US"/>
        </a:p>
      </dgm:t>
    </dgm:pt>
    <dgm:pt modelId="{E2C0254C-EF04-45A7-8854-8652BFFE8EEF}" type="parTrans" cxnId="{21CABD79-4194-4DC9-98FC-95C0C0071478}">
      <dgm:prSet/>
      <dgm:spPr/>
      <dgm:t>
        <a:bodyPr/>
        <a:lstStyle/>
        <a:p>
          <a:endParaRPr lang="en-US"/>
        </a:p>
      </dgm:t>
    </dgm:pt>
    <dgm:pt modelId="{B7C18CB7-A235-4838-AF9A-98B928E0B338}" type="sibTrans" cxnId="{21CABD79-4194-4DC9-98FC-95C0C0071478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E2616DF7-FC3C-41E7-9656-8B4135171C3D}" type="pres">
      <dgm:prSet presAssocID="{7B28D7B0-618A-4A6C-AE02-66B2A40C317E}" presName="Name0" presStyleCnt="0">
        <dgm:presLayoutVars>
          <dgm:animLvl val="lvl"/>
          <dgm:resizeHandles val="exact"/>
        </dgm:presLayoutVars>
      </dgm:prSet>
      <dgm:spPr/>
    </dgm:pt>
    <dgm:pt modelId="{A596D26F-3112-4E78-B2FD-7203A22EA3D6}" type="pres">
      <dgm:prSet presAssocID="{18F1EDE5-4256-4B78-8699-0F3E73EBAAFC}" presName="compositeNode" presStyleCnt="0">
        <dgm:presLayoutVars>
          <dgm:bulletEnabled val="1"/>
        </dgm:presLayoutVars>
      </dgm:prSet>
      <dgm:spPr/>
    </dgm:pt>
    <dgm:pt modelId="{721BFD76-2F21-4EB8-B3FC-E14327E5A7FF}" type="pres">
      <dgm:prSet presAssocID="{18F1EDE5-4256-4B78-8699-0F3E73EBAAFC}" presName="bgRect" presStyleLbl="alignNode1" presStyleIdx="0" presStyleCnt="5"/>
      <dgm:spPr/>
    </dgm:pt>
    <dgm:pt modelId="{74FE0881-C76C-4473-BC84-8503958177C8}" type="pres">
      <dgm:prSet presAssocID="{E21DAEBA-09FF-4369-8D1D-907B2B891D9E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9F1792D-3239-4640-B3A9-FAB86686935D}" type="pres">
      <dgm:prSet presAssocID="{18F1EDE5-4256-4B78-8699-0F3E73EBAAFC}" presName="nodeRect" presStyleLbl="alignNode1" presStyleIdx="0" presStyleCnt="5">
        <dgm:presLayoutVars>
          <dgm:bulletEnabled val="1"/>
        </dgm:presLayoutVars>
      </dgm:prSet>
      <dgm:spPr/>
    </dgm:pt>
    <dgm:pt modelId="{A03AB4AF-FBCD-4D6C-BF61-305F56FD78FB}" type="pres">
      <dgm:prSet presAssocID="{E21DAEBA-09FF-4369-8D1D-907B2B891D9E}" presName="sibTrans" presStyleCnt="0"/>
      <dgm:spPr/>
    </dgm:pt>
    <dgm:pt modelId="{699AF5DC-A6B2-45C6-9729-8B559FDED37A}" type="pres">
      <dgm:prSet presAssocID="{ACD71684-AAE4-4DF6-A7B7-37B0F68C238D}" presName="compositeNode" presStyleCnt="0">
        <dgm:presLayoutVars>
          <dgm:bulletEnabled val="1"/>
        </dgm:presLayoutVars>
      </dgm:prSet>
      <dgm:spPr/>
    </dgm:pt>
    <dgm:pt modelId="{CC0DA5F1-A015-4A7E-8EFA-712934296859}" type="pres">
      <dgm:prSet presAssocID="{ACD71684-AAE4-4DF6-A7B7-37B0F68C238D}" presName="bgRect" presStyleLbl="alignNode1" presStyleIdx="1" presStyleCnt="5"/>
      <dgm:spPr/>
    </dgm:pt>
    <dgm:pt modelId="{A28CA39D-7A2B-416D-99D5-FD701C2EAB80}" type="pres">
      <dgm:prSet presAssocID="{DC8186D5-3AC5-414A-83D2-4B555CA22018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49405B33-9001-4DC4-857F-A808DF802A3F}" type="pres">
      <dgm:prSet presAssocID="{ACD71684-AAE4-4DF6-A7B7-37B0F68C238D}" presName="nodeRect" presStyleLbl="alignNode1" presStyleIdx="1" presStyleCnt="5">
        <dgm:presLayoutVars>
          <dgm:bulletEnabled val="1"/>
        </dgm:presLayoutVars>
      </dgm:prSet>
      <dgm:spPr/>
    </dgm:pt>
    <dgm:pt modelId="{93479CBB-F32F-4D28-B83D-28D65AC34F29}" type="pres">
      <dgm:prSet presAssocID="{DC8186D5-3AC5-414A-83D2-4B555CA22018}" presName="sibTrans" presStyleCnt="0"/>
      <dgm:spPr/>
    </dgm:pt>
    <dgm:pt modelId="{884B26A2-E4D2-4FA9-9C71-3B209F434588}" type="pres">
      <dgm:prSet presAssocID="{2FF8DC20-8749-47A6-8C4D-AB25B9F7A9DE}" presName="compositeNode" presStyleCnt="0">
        <dgm:presLayoutVars>
          <dgm:bulletEnabled val="1"/>
        </dgm:presLayoutVars>
      </dgm:prSet>
      <dgm:spPr/>
    </dgm:pt>
    <dgm:pt modelId="{2DD5EEA9-6657-4FB6-9C15-A8E5417D6A04}" type="pres">
      <dgm:prSet presAssocID="{2FF8DC20-8749-47A6-8C4D-AB25B9F7A9DE}" presName="bgRect" presStyleLbl="alignNode1" presStyleIdx="2" presStyleCnt="5"/>
      <dgm:spPr/>
    </dgm:pt>
    <dgm:pt modelId="{5CDCB4FE-9EE7-4B7E-AA38-A87AB8DC3001}" type="pres">
      <dgm:prSet presAssocID="{4FBE046B-78F8-4AA2-8CC5-44831115081B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7359E710-7D05-442A-8EA0-BE5CBDB9D900}" type="pres">
      <dgm:prSet presAssocID="{2FF8DC20-8749-47A6-8C4D-AB25B9F7A9DE}" presName="nodeRect" presStyleLbl="alignNode1" presStyleIdx="2" presStyleCnt="5">
        <dgm:presLayoutVars>
          <dgm:bulletEnabled val="1"/>
        </dgm:presLayoutVars>
      </dgm:prSet>
      <dgm:spPr/>
    </dgm:pt>
    <dgm:pt modelId="{1B618A87-151C-4A98-8E91-C60591C9DD2F}" type="pres">
      <dgm:prSet presAssocID="{4FBE046B-78F8-4AA2-8CC5-44831115081B}" presName="sibTrans" presStyleCnt="0"/>
      <dgm:spPr/>
    </dgm:pt>
    <dgm:pt modelId="{302800A0-D138-41BE-80E4-E16AAF2E2410}" type="pres">
      <dgm:prSet presAssocID="{E67AC896-7F71-4BF4-82A9-BADB2BF4B7B4}" presName="compositeNode" presStyleCnt="0">
        <dgm:presLayoutVars>
          <dgm:bulletEnabled val="1"/>
        </dgm:presLayoutVars>
      </dgm:prSet>
      <dgm:spPr/>
    </dgm:pt>
    <dgm:pt modelId="{CF23A712-106F-45E0-AA15-BB57E788B27B}" type="pres">
      <dgm:prSet presAssocID="{E67AC896-7F71-4BF4-82A9-BADB2BF4B7B4}" presName="bgRect" presStyleLbl="alignNode1" presStyleIdx="3" presStyleCnt="5"/>
      <dgm:spPr/>
    </dgm:pt>
    <dgm:pt modelId="{E63C6CCC-9E26-4511-9F83-80277CC6C079}" type="pres">
      <dgm:prSet presAssocID="{834FCB0A-8035-49DC-BB04-C94B75168244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1B8E57E1-A9AF-4478-A8A4-956CF1221D3C}" type="pres">
      <dgm:prSet presAssocID="{E67AC896-7F71-4BF4-82A9-BADB2BF4B7B4}" presName="nodeRect" presStyleLbl="alignNode1" presStyleIdx="3" presStyleCnt="5">
        <dgm:presLayoutVars>
          <dgm:bulletEnabled val="1"/>
        </dgm:presLayoutVars>
      </dgm:prSet>
      <dgm:spPr/>
    </dgm:pt>
    <dgm:pt modelId="{58AA79FA-0755-4A7F-B59D-6AE7C1ABC670}" type="pres">
      <dgm:prSet presAssocID="{834FCB0A-8035-49DC-BB04-C94B75168244}" presName="sibTrans" presStyleCnt="0"/>
      <dgm:spPr/>
    </dgm:pt>
    <dgm:pt modelId="{1BD07627-A508-4488-A964-E0842AF774C7}" type="pres">
      <dgm:prSet presAssocID="{5A90F3F0-CEB9-4CE3-B3F6-93736373BA53}" presName="compositeNode" presStyleCnt="0">
        <dgm:presLayoutVars>
          <dgm:bulletEnabled val="1"/>
        </dgm:presLayoutVars>
      </dgm:prSet>
      <dgm:spPr/>
    </dgm:pt>
    <dgm:pt modelId="{3AB61FF4-30FA-4249-8F76-8D73013D6C94}" type="pres">
      <dgm:prSet presAssocID="{5A90F3F0-CEB9-4CE3-B3F6-93736373BA53}" presName="bgRect" presStyleLbl="alignNode1" presStyleIdx="4" presStyleCnt="5"/>
      <dgm:spPr/>
    </dgm:pt>
    <dgm:pt modelId="{1C722C1A-B5F3-434E-B637-4DCEA76129D8}" type="pres">
      <dgm:prSet presAssocID="{B7C18CB7-A235-4838-AF9A-98B928E0B338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391A02B9-1178-41EC-829C-77D84DB6FDB0}" type="pres">
      <dgm:prSet presAssocID="{5A90F3F0-CEB9-4CE3-B3F6-93736373BA5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B191D123-FD30-44EA-AF43-9B3844CB74BE}" type="presOf" srcId="{18F1EDE5-4256-4B78-8699-0F3E73EBAAFC}" destId="{19F1792D-3239-4640-B3A9-FAB86686935D}" srcOrd="1" destOrd="0" presId="urn:microsoft.com/office/officeart/2016/7/layout/LinearBlockProcessNumbered"/>
    <dgm:cxn modelId="{D94BD92F-8F44-4EC6-90C6-20A782A5E32D}" type="presOf" srcId="{5A90F3F0-CEB9-4CE3-B3F6-93736373BA53}" destId="{391A02B9-1178-41EC-829C-77D84DB6FDB0}" srcOrd="1" destOrd="0" presId="urn:microsoft.com/office/officeart/2016/7/layout/LinearBlockProcessNumbered"/>
    <dgm:cxn modelId="{46F35332-F70C-4479-9B41-2851A8F8843B}" type="presOf" srcId="{ACD71684-AAE4-4DF6-A7B7-37B0F68C238D}" destId="{49405B33-9001-4DC4-857F-A808DF802A3F}" srcOrd="1" destOrd="0" presId="urn:microsoft.com/office/officeart/2016/7/layout/LinearBlockProcessNumbered"/>
    <dgm:cxn modelId="{6B509E37-DB99-4B7D-9122-8AC1C2B22DB2}" type="presOf" srcId="{7B28D7B0-618A-4A6C-AE02-66B2A40C317E}" destId="{E2616DF7-FC3C-41E7-9656-8B4135171C3D}" srcOrd="0" destOrd="0" presId="urn:microsoft.com/office/officeart/2016/7/layout/LinearBlockProcessNumbered"/>
    <dgm:cxn modelId="{CECF8A3D-054E-4572-90BF-76D18C644060}" type="presOf" srcId="{DC8186D5-3AC5-414A-83D2-4B555CA22018}" destId="{A28CA39D-7A2B-416D-99D5-FD701C2EAB80}" srcOrd="0" destOrd="0" presId="urn:microsoft.com/office/officeart/2016/7/layout/LinearBlockProcessNumbered"/>
    <dgm:cxn modelId="{F14FCF60-82E3-469C-B2FF-4E1633DF37DE}" srcId="{7B28D7B0-618A-4A6C-AE02-66B2A40C317E}" destId="{18F1EDE5-4256-4B78-8699-0F3E73EBAAFC}" srcOrd="0" destOrd="0" parTransId="{D7BFD1FC-EF27-454C-A561-57483081F2B5}" sibTransId="{E21DAEBA-09FF-4369-8D1D-907B2B891D9E}"/>
    <dgm:cxn modelId="{33DCD66D-3980-4C19-956C-8292835BA873}" srcId="{7B28D7B0-618A-4A6C-AE02-66B2A40C317E}" destId="{2FF8DC20-8749-47A6-8C4D-AB25B9F7A9DE}" srcOrd="2" destOrd="0" parTransId="{8D91D6C5-654B-436A-9623-487C4F15CF49}" sibTransId="{4FBE046B-78F8-4AA2-8CC5-44831115081B}"/>
    <dgm:cxn modelId="{A1C36E73-70CF-403B-A358-6CB7970C0C41}" type="presOf" srcId="{2FF8DC20-8749-47A6-8C4D-AB25B9F7A9DE}" destId="{2DD5EEA9-6657-4FB6-9C15-A8E5417D6A04}" srcOrd="0" destOrd="0" presId="urn:microsoft.com/office/officeart/2016/7/layout/LinearBlockProcessNumbered"/>
    <dgm:cxn modelId="{22706176-D072-411A-987A-69BE5C7839CC}" type="presOf" srcId="{B7C18CB7-A235-4838-AF9A-98B928E0B338}" destId="{1C722C1A-B5F3-434E-B637-4DCEA76129D8}" srcOrd="0" destOrd="0" presId="urn:microsoft.com/office/officeart/2016/7/layout/LinearBlockProcessNumbered"/>
    <dgm:cxn modelId="{21CABD79-4194-4DC9-98FC-95C0C0071478}" srcId="{7B28D7B0-618A-4A6C-AE02-66B2A40C317E}" destId="{5A90F3F0-CEB9-4CE3-B3F6-93736373BA53}" srcOrd="4" destOrd="0" parTransId="{E2C0254C-EF04-45A7-8854-8652BFFE8EEF}" sibTransId="{B7C18CB7-A235-4838-AF9A-98B928E0B338}"/>
    <dgm:cxn modelId="{7831977E-2939-4577-ABA9-8C85F77C8F5C}" type="presOf" srcId="{18F1EDE5-4256-4B78-8699-0F3E73EBAAFC}" destId="{721BFD76-2F21-4EB8-B3FC-E14327E5A7FF}" srcOrd="0" destOrd="0" presId="urn:microsoft.com/office/officeart/2016/7/layout/LinearBlockProcessNumbered"/>
    <dgm:cxn modelId="{32F0428A-BEC4-47AA-8B4E-61BB8F152749}" type="presOf" srcId="{E67AC896-7F71-4BF4-82A9-BADB2BF4B7B4}" destId="{CF23A712-106F-45E0-AA15-BB57E788B27B}" srcOrd="0" destOrd="0" presId="urn:microsoft.com/office/officeart/2016/7/layout/LinearBlockProcessNumbered"/>
    <dgm:cxn modelId="{30C91F96-4545-496C-BFEE-A7A92F659FD9}" type="presOf" srcId="{2FF8DC20-8749-47A6-8C4D-AB25B9F7A9DE}" destId="{7359E710-7D05-442A-8EA0-BE5CBDB9D900}" srcOrd="1" destOrd="0" presId="urn:microsoft.com/office/officeart/2016/7/layout/LinearBlockProcessNumbered"/>
    <dgm:cxn modelId="{069DA09A-4523-4FE0-A15F-D78CFD606680}" type="presOf" srcId="{5A90F3F0-CEB9-4CE3-B3F6-93736373BA53}" destId="{3AB61FF4-30FA-4249-8F76-8D73013D6C94}" srcOrd="0" destOrd="0" presId="urn:microsoft.com/office/officeart/2016/7/layout/LinearBlockProcessNumbered"/>
    <dgm:cxn modelId="{12C6359B-8C4B-4439-ADE9-11E77055A168}" type="presOf" srcId="{4FBE046B-78F8-4AA2-8CC5-44831115081B}" destId="{5CDCB4FE-9EE7-4B7E-AA38-A87AB8DC3001}" srcOrd="0" destOrd="0" presId="urn:microsoft.com/office/officeart/2016/7/layout/LinearBlockProcessNumbered"/>
    <dgm:cxn modelId="{97CA42A1-FB1C-4ACE-9B5F-2BEC0FF8D174}" type="presOf" srcId="{ACD71684-AAE4-4DF6-A7B7-37B0F68C238D}" destId="{CC0DA5F1-A015-4A7E-8EFA-712934296859}" srcOrd="0" destOrd="0" presId="urn:microsoft.com/office/officeart/2016/7/layout/LinearBlockProcessNumbered"/>
    <dgm:cxn modelId="{3D1EE5C2-8436-46EE-B7D5-4C7431A6544D}" srcId="{7B28D7B0-618A-4A6C-AE02-66B2A40C317E}" destId="{E67AC896-7F71-4BF4-82A9-BADB2BF4B7B4}" srcOrd="3" destOrd="0" parTransId="{DA9C3CA4-0498-450B-BC33-F4608C6D5856}" sibTransId="{834FCB0A-8035-49DC-BB04-C94B75168244}"/>
    <dgm:cxn modelId="{4D1009E7-C0C4-4AA0-9781-3DD6208A24CC}" type="presOf" srcId="{E67AC896-7F71-4BF4-82A9-BADB2BF4B7B4}" destId="{1B8E57E1-A9AF-4478-A8A4-956CF1221D3C}" srcOrd="1" destOrd="0" presId="urn:microsoft.com/office/officeart/2016/7/layout/LinearBlockProcessNumbered"/>
    <dgm:cxn modelId="{3B8C2AEF-812B-42A2-8921-E828CC67B547}" type="presOf" srcId="{E21DAEBA-09FF-4369-8D1D-907B2B891D9E}" destId="{74FE0881-C76C-4473-BC84-8503958177C8}" srcOrd="0" destOrd="0" presId="urn:microsoft.com/office/officeart/2016/7/layout/LinearBlockProcessNumbered"/>
    <dgm:cxn modelId="{8C1D88F6-B813-4B29-A3F3-E0F02B1616CB}" srcId="{7B28D7B0-618A-4A6C-AE02-66B2A40C317E}" destId="{ACD71684-AAE4-4DF6-A7B7-37B0F68C238D}" srcOrd="1" destOrd="0" parTransId="{7A179499-D34E-4E1E-B72C-196A200B9167}" sibTransId="{DC8186D5-3AC5-414A-83D2-4B555CA22018}"/>
    <dgm:cxn modelId="{19A8EBFD-05A0-46B9-8FD5-D836CFF80304}" type="presOf" srcId="{834FCB0A-8035-49DC-BB04-C94B75168244}" destId="{E63C6CCC-9E26-4511-9F83-80277CC6C079}" srcOrd="0" destOrd="0" presId="urn:microsoft.com/office/officeart/2016/7/layout/LinearBlockProcessNumbered"/>
    <dgm:cxn modelId="{B90DAF76-D78F-403D-8545-EE9556407C5B}" type="presParOf" srcId="{E2616DF7-FC3C-41E7-9656-8B4135171C3D}" destId="{A596D26F-3112-4E78-B2FD-7203A22EA3D6}" srcOrd="0" destOrd="0" presId="urn:microsoft.com/office/officeart/2016/7/layout/LinearBlockProcessNumbered"/>
    <dgm:cxn modelId="{2F2A0FD8-569A-43B5-BAF8-7E7C76AC1889}" type="presParOf" srcId="{A596D26F-3112-4E78-B2FD-7203A22EA3D6}" destId="{721BFD76-2F21-4EB8-B3FC-E14327E5A7FF}" srcOrd="0" destOrd="0" presId="urn:microsoft.com/office/officeart/2016/7/layout/LinearBlockProcessNumbered"/>
    <dgm:cxn modelId="{D09AB651-B7DF-4346-A4A2-3BD7E4F6AACC}" type="presParOf" srcId="{A596D26F-3112-4E78-B2FD-7203A22EA3D6}" destId="{74FE0881-C76C-4473-BC84-8503958177C8}" srcOrd="1" destOrd="0" presId="urn:microsoft.com/office/officeart/2016/7/layout/LinearBlockProcessNumbered"/>
    <dgm:cxn modelId="{0E037270-62AE-4382-8F01-D611D15F3A18}" type="presParOf" srcId="{A596D26F-3112-4E78-B2FD-7203A22EA3D6}" destId="{19F1792D-3239-4640-B3A9-FAB86686935D}" srcOrd="2" destOrd="0" presId="urn:microsoft.com/office/officeart/2016/7/layout/LinearBlockProcessNumbered"/>
    <dgm:cxn modelId="{51851897-1909-4A47-B469-8A0B8B8E9DD2}" type="presParOf" srcId="{E2616DF7-FC3C-41E7-9656-8B4135171C3D}" destId="{A03AB4AF-FBCD-4D6C-BF61-305F56FD78FB}" srcOrd="1" destOrd="0" presId="urn:microsoft.com/office/officeart/2016/7/layout/LinearBlockProcessNumbered"/>
    <dgm:cxn modelId="{48325F9B-F064-4AE0-92E3-7E24870A355E}" type="presParOf" srcId="{E2616DF7-FC3C-41E7-9656-8B4135171C3D}" destId="{699AF5DC-A6B2-45C6-9729-8B559FDED37A}" srcOrd="2" destOrd="0" presId="urn:microsoft.com/office/officeart/2016/7/layout/LinearBlockProcessNumbered"/>
    <dgm:cxn modelId="{5A3362FA-5DED-45E3-8868-302171F220BF}" type="presParOf" srcId="{699AF5DC-A6B2-45C6-9729-8B559FDED37A}" destId="{CC0DA5F1-A015-4A7E-8EFA-712934296859}" srcOrd="0" destOrd="0" presId="urn:microsoft.com/office/officeart/2016/7/layout/LinearBlockProcessNumbered"/>
    <dgm:cxn modelId="{E04E4261-5123-404F-BA58-1FCF1F36939E}" type="presParOf" srcId="{699AF5DC-A6B2-45C6-9729-8B559FDED37A}" destId="{A28CA39D-7A2B-416D-99D5-FD701C2EAB80}" srcOrd="1" destOrd="0" presId="urn:microsoft.com/office/officeart/2016/7/layout/LinearBlockProcessNumbered"/>
    <dgm:cxn modelId="{59B35C13-7C3E-4FBA-9939-65BCCEC5C833}" type="presParOf" srcId="{699AF5DC-A6B2-45C6-9729-8B559FDED37A}" destId="{49405B33-9001-4DC4-857F-A808DF802A3F}" srcOrd="2" destOrd="0" presId="urn:microsoft.com/office/officeart/2016/7/layout/LinearBlockProcessNumbered"/>
    <dgm:cxn modelId="{4B307173-A520-420F-82A2-A499D82CDAB4}" type="presParOf" srcId="{E2616DF7-FC3C-41E7-9656-8B4135171C3D}" destId="{93479CBB-F32F-4D28-B83D-28D65AC34F29}" srcOrd="3" destOrd="0" presId="urn:microsoft.com/office/officeart/2016/7/layout/LinearBlockProcessNumbered"/>
    <dgm:cxn modelId="{0A24B892-2435-4279-B7AD-0A0915BE004E}" type="presParOf" srcId="{E2616DF7-FC3C-41E7-9656-8B4135171C3D}" destId="{884B26A2-E4D2-4FA9-9C71-3B209F434588}" srcOrd="4" destOrd="0" presId="urn:microsoft.com/office/officeart/2016/7/layout/LinearBlockProcessNumbered"/>
    <dgm:cxn modelId="{8170E56C-52FB-4C6B-ADEA-B18E882BF02A}" type="presParOf" srcId="{884B26A2-E4D2-4FA9-9C71-3B209F434588}" destId="{2DD5EEA9-6657-4FB6-9C15-A8E5417D6A04}" srcOrd="0" destOrd="0" presId="urn:microsoft.com/office/officeart/2016/7/layout/LinearBlockProcessNumbered"/>
    <dgm:cxn modelId="{9C1F7F7F-08D6-40CC-8132-91A2E0ED2EFD}" type="presParOf" srcId="{884B26A2-E4D2-4FA9-9C71-3B209F434588}" destId="{5CDCB4FE-9EE7-4B7E-AA38-A87AB8DC3001}" srcOrd="1" destOrd="0" presId="urn:microsoft.com/office/officeart/2016/7/layout/LinearBlockProcessNumbered"/>
    <dgm:cxn modelId="{E96A94F1-43C7-46FE-BC38-EAF91A39ABC0}" type="presParOf" srcId="{884B26A2-E4D2-4FA9-9C71-3B209F434588}" destId="{7359E710-7D05-442A-8EA0-BE5CBDB9D900}" srcOrd="2" destOrd="0" presId="urn:microsoft.com/office/officeart/2016/7/layout/LinearBlockProcessNumbered"/>
    <dgm:cxn modelId="{B7783785-B9E0-4659-8A6A-B98940AA52B5}" type="presParOf" srcId="{E2616DF7-FC3C-41E7-9656-8B4135171C3D}" destId="{1B618A87-151C-4A98-8E91-C60591C9DD2F}" srcOrd="5" destOrd="0" presId="urn:microsoft.com/office/officeart/2016/7/layout/LinearBlockProcessNumbered"/>
    <dgm:cxn modelId="{2E7AC594-2EF7-4837-93DE-FCD560396091}" type="presParOf" srcId="{E2616DF7-FC3C-41E7-9656-8B4135171C3D}" destId="{302800A0-D138-41BE-80E4-E16AAF2E2410}" srcOrd="6" destOrd="0" presId="urn:microsoft.com/office/officeart/2016/7/layout/LinearBlockProcessNumbered"/>
    <dgm:cxn modelId="{70443572-BB3A-43C5-A838-4B5543CDEF0F}" type="presParOf" srcId="{302800A0-D138-41BE-80E4-E16AAF2E2410}" destId="{CF23A712-106F-45E0-AA15-BB57E788B27B}" srcOrd="0" destOrd="0" presId="urn:microsoft.com/office/officeart/2016/7/layout/LinearBlockProcessNumbered"/>
    <dgm:cxn modelId="{5C286188-8739-4DF4-887D-1F0A1DCCDE2B}" type="presParOf" srcId="{302800A0-D138-41BE-80E4-E16AAF2E2410}" destId="{E63C6CCC-9E26-4511-9F83-80277CC6C079}" srcOrd="1" destOrd="0" presId="urn:microsoft.com/office/officeart/2016/7/layout/LinearBlockProcessNumbered"/>
    <dgm:cxn modelId="{8825A687-B477-435D-958E-FDF31AE1A8E1}" type="presParOf" srcId="{302800A0-D138-41BE-80E4-E16AAF2E2410}" destId="{1B8E57E1-A9AF-4478-A8A4-956CF1221D3C}" srcOrd="2" destOrd="0" presId="urn:microsoft.com/office/officeart/2016/7/layout/LinearBlockProcessNumbered"/>
    <dgm:cxn modelId="{1C11260D-45C7-45DB-BD4A-EBA58D3D4C91}" type="presParOf" srcId="{E2616DF7-FC3C-41E7-9656-8B4135171C3D}" destId="{58AA79FA-0755-4A7F-B59D-6AE7C1ABC670}" srcOrd="7" destOrd="0" presId="urn:microsoft.com/office/officeart/2016/7/layout/LinearBlockProcessNumbered"/>
    <dgm:cxn modelId="{84676F35-A0DE-46AC-B8E2-1499B7247289}" type="presParOf" srcId="{E2616DF7-FC3C-41E7-9656-8B4135171C3D}" destId="{1BD07627-A508-4488-A964-E0842AF774C7}" srcOrd="8" destOrd="0" presId="urn:microsoft.com/office/officeart/2016/7/layout/LinearBlockProcessNumbered"/>
    <dgm:cxn modelId="{E63887BB-AC36-4AA3-8A8E-93E44EFC3750}" type="presParOf" srcId="{1BD07627-A508-4488-A964-E0842AF774C7}" destId="{3AB61FF4-30FA-4249-8F76-8D73013D6C94}" srcOrd="0" destOrd="0" presId="urn:microsoft.com/office/officeart/2016/7/layout/LinearBlockProcessNumbered"/>
    <dgm:cxn modelId="{0B998868-BDB3-4881-84A4-9C585060B240}" type="presParOf" srcId="{1BD07627-A508-4488-A964-E0842AF774C7}" destId="{1C722C1A-B5F3-434E-B637-4DCEA76129D8}" srcOrd="1" destOrd="0" presId="urn:microsoft.com/office/officeart/2016/7/layout/LinearBlockProcessNumbered"/>
    <dgm:cxn modelId="{716FD88F-B444-452F-8D4F-6C0B75376152}" type="presParOf" srcId="{1BD07627-A508-4488-A964-E0842AF774C7}" destId="{391A02B9-1178-41EC-829C-77D84DB6FDB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C2C657-39FE-43AC-A336-894329CDB8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D4C1A6-3DC4-4E20-AFAC-C94DB0A14810}">
      <dgm:prSet/>
      <dgm:spPr/>
      <dgm:t>
        <a:bodyPr/>
        <a:lstStyle/>
        <a:p>
          <a:r>
            <a:rPr lang="en-GB" b="0"/>
            <a:t>Median |r| = 0.46; Webb Robot and Software r ≈ 1</a:t>
          </a:r>
          <a:endParaRPr lang="en-US"/>
        </a:p>
      </dgm:t>
    </dgm:pt>
    <dgm:pt modelId="{829DF57D-65C7-4077-9E60-86CC9853B31A}" type="parTrans" cxnId="{1B3D2DAA-3AEF-4EC4-9ED2-536DA9D04B4B}">
      <dgm:prSet/>
      <dgm:spPr/>
      <dgm:t>
        <a:bodyPr/>
        <a:lstStyle/>
        <a:p>
          <a:endParaRPr lang="en-US"/>
        </a:p>
      </dgm:t>
    </dgm:pt>
    <dgm:pt modelId="{F730F7F2-470D-40B1-BCBF-47ED00AB52DD}" type="sibTrans" cxnId="{1B3D2DAA-3AEF-4EC4-9ED2-536DA9D04B4B}">
      <dgm:prSet/>
      <dgm:spPr/>
      <dgm:t>
        <a:bodyPr/>
        <a:lstStyle/>
        <a:p>
          <a:endParaRPr lang="en-US"/>
        </a:p>
      </dgm:t>
    </dgm:pt>
    <dgm:pt modelId="{A00FEC4D-6C0E-44A7-B03D-B3AC0F1EEE38}">
      <dgm:prSet/>
      <dgm:spPr/>
      <dgm:t>
        <a:bodyPr/>
        <a:lstStyle/>
        <a:p>
          <a:r>
            <a:rPr lang="en-GB" b="0"/>
            <a:t>Acemoglu R.Man. and Arntz r ≈ −0.9</a:t>
          </a:r>
          <a:endParaRPr lang="en-US"/>
        </a:p>
      </dgm:t>
    </dgm:pt>
    <dgm:pt modelId="{C3C481A7-9FFE-4431-A8A9-DD33A27D08D2}" type="parTrans" cxnId="{F9AE8781-47B1-4440-8FBC-4544EA49051F}">
      <dgm:prSet/>
      <dgm:spPr/>
      <dgm:t>
        <a:bodyPr/>
        <a:lstStyle/>
        <a:p>
          <a:endParaRPr lang="en-US"/>
        </a:p>
      </dgm:t>
    </dgm:pt>
    <dgm:pt modelId="{5E4987A9-0A8A-40CC-9740-5D340B46FD0E}" type="sibTrans" cxnId="{F9AE8781-47B1-4440-8FBC-4544EA49051F}">
      <dgm:prSet/>
      <dgm:spPr/>
      <dgm:t>
        <a:bodyPr/>
        <a:lstStyle/>
        <a:p>
          <a:endParaRPr lang="en-US"/>
        </a:p>
      </dgm:t>
    </dgm:pt>
    <dgm:pt modelId="{DF8931E0-05AE-4D7C-B945-99D53B7F2E48}">
      <dgm:prSet/>
      <dgm:spPr/>
      <dgm:t>
        <a:bodyPr/>
        <a:lstStyle/>
        <a:p>
          <a:r>
            <a:rPr lang="en-GB" b="0"/>
            <a:t>Several scores uncorrelated: different constructs</a:t>
          </a:r>
          <a:endParaRPr lang="en-US"/>
        </a:p>
      </dgm:t>
    </dgm:pt>
    <dgm:pt modelId="{99B46B66-152C-4EC0-8811-743AAC84DFC1}" type="parTrans" cxnId="{B1374C97-346A-4E1E-8482-AB7EDC7ECA06}">
      <dgm:prSet/>
      <dgm:spPr/>
      <dgm:t>
        <a:bodyPr/>
        <a:lstStyle/>
        <a:p>
          <a:endParaRPr lang="en-US"/>
        </a:p>
      </dgm:t>
    </dgm:pt>
    <dgm:pt modelId="{37AF89DB-8F53-4884-B702-E98B0339811E}" type="sibTrans" cxnId="{B1374C97-346A-4E1E-8482-AB7EDC7ECA06}">
      <dgm:prSet/>
      <dgm:spPr/>
      <dgm:t>
        <a:bodyPr/>
        <a:lstStyle/>
        <a:p>
          <a:endParaRPr lang="en-US"/>
        </a:p>
      </dgm:t>
    </dgm:pt>
    <dgm:pt modelId="{05334BA5-68AC-4850-961C-D6BCE3D2EF2D}">
      <dgm:prSet/>
      <dgm:spPr/>
      <dgm:t>
        <a:bodyPr/>
        <a:lstStyle/>
        <a:p>
          <a:r>
            <a:rPr lang="en-GB" b="0"/>
            <a:t>Motivates the ensemble</a:t>
          </a:r>
          <a:endParaRPr lang="en-US"/>
        </a:p>
      </dgm:t>
    </dgm:pt>
    <dgm:pt modelId="{13C103D6-556C-44BA-A853-9DC279F94A54}" type="parTrans" cxnId="{67040DC0-6C63-4184-B576-7C5BDD1FB442}">
      <dgm:prSet/>
      <dgm:spPr/>
      <dgm:t>
        <a:bodyPr/>
        <a:lstStyle/>
        <a:p>
          <a:endParaRPr lang="en-US"/>
        </a:p>
      </dgm:t>
    </dgm:pt>
    <dgm:pt modelId="{D955F4EE-BA73-43E0-BA3C-480C4A029B9B}" type="sibTrans" cxnId="{67040DC0-6C63-4184-B576-7C5BDD1FB442}">
      <dgm:prSet/>
      <dgm:spPr/>
      <dgm:t>
        <a:bodyPr/>
        <a:lstStyle/>
        <a:p>
          <a:endParaRPr lang="en-US"/>
        </a:p>
      </dgm:t>
    </dgm:pt>
    <dgm:pt modelId="{A7499A76-3089-4458-82DC-14EE38F98BCD}" type="pres">
      <dgm:prSet presAssocID="{41C2C657-39FE-43AC-A336-894329CDB8B5}" presName="linear" presStyleCnt="0">
        <dgm:presLayoutVars>
          <dgm:animLvl val="lvl"/>
          <dgm:resizeHandles val="exact"/>
        </dgm:presLayoutVars>
      </dgm:prSet>
      <dgm:spPr/>
    </dgm:pt>
    <dgm:pt modelId="{3E404506-EA84-460D-A070-63A2DDEF0047}" type="pres">
      <dgm:prSet presAssocID="{76D4C1A6-3DC4-4E20-AFAC-C94DB0A148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E4E668-62B2-476F-91A5-49312D22A740}" type="pres">
      <dgm:prSet presAssocID="{F730F7F2-470D-40B1-BCBF-47ED00AB52DD}" presName="spacer" presStyleCnt="0"/>
      <dgm:spPr/>
    </dgm:pt>
    <dgm:pt modelId="{05834E36-A7AB-4156-A29D-BD0A36D4F7F0}" type="pres">
      <dgm:prSet presAssocID="{A00FEC4D-6C0E-44A7-B03D-B3AC0F1EEE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481544-E91F-436B-AFDF-F1CA91956FC6}" type="pres">
      <dgm:prSet presAssocID="{5E4987A9-0A8A-40CC-9740-5D340B46FD0E}" presName="spacer" presStyleCnt="0"/>
      <dgm:spPr/>
    </dgm:pt>
    <dgm:pt modelId="{132F6C48-D4EB-4249-90DF-7469B45154EB}" type="pres">
      <dgm:prSet presAssocID="{DF8931E0-05AE-4D7C-B945-99D53B7F2E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E02CF0-2313-44C4-8561-04513D8E07F7}" type="pres">
      <dgm:prSet presAssocID="{37AF89DB-8F53-4884-B702-E98B0339811E}" presName="spacer" presStyleCnt="0"/>
      <dgm:spPr/>
    </dgm:pt>
    <dgm:pt modelId="{92A4B5BE-B16F-4577-BCBB-78FF528C9B09}" type="pres">
      <dgm:prSet presAssocID="{05334BA5-68AC-4850-961C-D6BCE3D2EF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B7E437-6226-486C-9D32-55E1525AEEDF}" type="presOf" srcId="{DF8931E0-05AE-4D7C-B945-99D53B7F2E48}" destId="{132F6C48-D4EB-4249-90DF-7469B45154EB}" srcOrd="0" destOrd="0" presId="urn:microsoft.com/office/officeart/2005/8/layout/vList2"/>
    <dgm:cxn modelId="{937CE03D-AF28-45E5-99F7-BC144DAC4E8B}" type="presOf" srcId="{05334BA5-68AC-4850-961C-D6BCE3D2EF2D}" destId="{92A4B5BE-B16F-4577-BCBB-78FF528C9B09}" srcOrd="0" destOrd="0" presId="urn:microsoft.com/office/officeart/2005/8/layout/vList2"/>
    <dgm:cxn modelId="{F9AE8781-47B1-4440-8FBC-4544EA49051F}" srcId="{41C2C657-39FE-43AC-A336-894329CDB8B5}" destId="{A00FEC4D-6C0E-44A7-B03D-B3AC0F1EEE38}" srcOrd="1" destOrd="0" parTransId="{C3C481A7-9FFE-4431-A8A9-DD33A27D08D2}" sibTransId="{5E4987A9-0A8A-40CC-9740-5D340B46FD0E}"/>
    <dgm:cxn modelId="{39E01187-D278-4F52-8DEA-1B0F6B912FDA}" type="presOf" srcId="{76D4C1A6-3DC4-4E20-AFAC-C94DB0A14810}" destId="{3E404506-EA84-460D-A070-63A2DDEF0047}" srcOrd="0" destOrd="0" presId="urn:microsoft.com/office/officeart/2005/8/layout/vList2"/>
    <dgm:cxn modelId="{B1374C97-346A-4E1E-8482-AB7EDC7ECA06}" srcId="{41C2C657-39FE-43AC-A336-894329CDB8B5}" destId="{DF8931E0-05AE-4D7C-B945-99D53B7F2E48}" srcOrd="2" destOrd="0" parTransId="{99B46B66-152C-4EC0-8811-743AAC84DFC1}" sibTransId="{37AF89DB-8F53-4884-B702-E98B0339811E}"/>
    <dgm:cxn modelId="{470AC9A5-11B2-4823-8CE2-2BD8A184E2D2}" type="presOf" srcId="{41C2C657-39FE-43AC-A336-894329CDB8B5}" destId="{A7499A76-3089-4458-82DC-14EE38F98BCD}" srcOrd="0" destOrd="0" presId="urn:microsoft.com/office/officeart/2005/8/layout/vList2"/>
    <dgm:cxn modelId="{1B3D2DAA-3AEF-4EC4-9ED2-536DA9D04B4B}" srcId="{41C2C657-39FE-43AC-A336-894329CDB8B5}" destId="{76D4C1A6-3DC4-4E20-AFAC-C94DB0A14810}" srcOrd="0" destOrd="0" parTransId="{829DF57D-65C7-4077-9E60-86CC9853B31A}" sibTransId="{F730F7F2-470D-40B1-BCBF-47ED00AB52DD}"/>
    <dgm:cxn modelId="{67040DC0-6C63-4184-B576-7C5BDD1FB442}" srcId="{41C2C657-39FE-43AC-A336-894329CDB8B5}" destId="{05334BA5-68AC-4850-961C-D6BCE3D2EF2D}" srcOrd="3" destOrd="0" parTransId="{13C103D6-556C-44BA-A853-9DC279F94A54}" sibTransId="{D955F4EE-BA73-43E0-BA3C-480C4A029B9B}"/>
    <dgm:cxn modelId="{DEFEEBFA-7CD3-4218-9ACF-569E9C63ED4A}" type="presOf" srcId="{A00FEC4D-6C0E-44A7-B03D-B3AC0F1EEE38}" destId="{05834E36-A7AB-4156-A29D-BD0A36D4F7F0}" srcOrd="0" destOrd="0" presId="urn:microsoft.com/office/officeart/2005/8/layout/vList2"/>
    <dgm:cxn modelId="{4982FDF4-F7CB-4499-9656-97D231491E29}" type="presParOf" srcId="{A7499A76-3089-4458-82DC-14EE38F98BCD}" destId="{3E404506-EA84-460D-A070-63A2DDEF0047}" srcOrd="0" destOrd="0" presId="urn:microsoft.com/office/officeart/2005/8/layout/vList2"/>
    <dgm:cxn modelId="{0ACB864D-F7A6-4BE7-BDDB-A9CE326F861E}" type="presParOf" srcId="{A7499A76-3089-4458-82DC-14EE38F98BCD}" destId="{B1E4E668-62B2-476F-91A5-49312D22A740}" srcOrd="1" destOrd="0" presId="urn:microsoft.com/office/officeart/2005/8/layout/vList2"/>
    <dgm:cxn modelId="{7927CF6C-9D27-42A5-970D-3C327C9AE470}" type="presParOf" srcId="{A7499A76-3089-4458-82DC-14EE38F98BCD}" destId="{05834E36-A7AB-4156-A29D-BD0A36D4F7F0}" srcOrd="2" destOrd="0" presId="urn:microsoft.com/office/officeart/2005/8/layout/vList2"/>
    <dgm:cxn modelId="{6F896B09-7D29-4D0A-B125-6C7CA65FBBC8}" type="presParOf" srcId="{A7499A76-3089-4458-82DC-14EE38F98BCD}" destId="{13481544-E91F-436B-AFDF-F1CA91956FC6}" srcOrd="3" destOrd="0" presId="urn:microsoft.com/office/officeart/2005/8/layout/vList2"/>
    <dgm:cxn modelId="{0858A798-E987-4E7C-8582-430BE142D530}" type="presParOf" srcId="{A7499A76-3089-4458-82DC-14EE38F98BCD}" destId="{132F6C48-D4EB-4249-90DF-7469B45154EB}" srcOrd="4" destOrd="0" presId="urn:microsoft.com/office/officeart/2005/8/layout/vList2"/>
    <dgm:cxn modelId="{73DAFDAB-D03A-409F-BE7F-F8D23FA04FAE}" type="presParOf" srcId="{A7499A76-3089-4458-82DC-14EE38F98BCD}" destId="{09E02CF0-2313-44C4-8561-04513D8E07F7}" srcOrd="5" destOrd="0" presId="urn:microsoft.com/office/officeart/2005/8/layout/vList2"/>
    <dgm:cxn modelId="{1080818D-BE48-45C0-BAE9-9D6198489F6A}" type="presParOf" srcId="{A7499A76-3089-4458-82DC-14EE38F98BCD}" destId="{92A4B5BE-B16F-4577-BCBB-78FF528C9B0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C8FCCE-5F55-450B-BB06-4F3D7CA13A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7AE70A-83B3-4840-BB38-E00C9370DCE0}">
      <dgm:prSet/>
      <dgm:spPr/>
      <dgm:t>
        <a:bodyPr/>
        <a:lstStyle/>
        <a:p>
          <a:r>
            <a:rPr lang="en-GB" b="0" dirty="0"/>
            <a:t>Single-score regressions, then ensemble LASSO, 10×10-fold CV, metric R²</a:t>
          </a:r>
          <a:endParaRPr lang="en-US" dirty="0"/>
        </a:p>
      </dgm:t>
    </dgm:pt>
    <dgm:pt modelId="{623FAB24-D079-4332-BD71-05937DC00062}" type="parTrans" cxnId="{D3158187-7A8B-4A1E-8CE1-EEAEC45870B2}">
      <dgm:prSet/>
      <dgm:spPr/>
      <dgm:t>
        <a:bodyPr/>
        <a:lstStyle/>
        <a:p>
          <a:endParaRPr lang="en-US"/>
        </a:p>
      </dgm:t>
    </dgm:pt>
    <dgm:pt modelId="{E21896D4-C395-478E-ACF4-41BC0D1B0843}" type="sibTrans" cxnId="{D3158187-7A8B-4A1E-8CE1-EEAEC45870B2}">
      <dgm:prSet/>
      <dgm:spPr/>
      <dgm:t>
        <a:bodyPr/>
        <a:lstStyle/>
        <a:p>
          <a:endParaRPr lang="en-US"/>
        </a:p>
      </dgm:t>
    </dgm:pt>
    <dgm:pt modelId="{10A6064E-37D5-46FB-A5B0-EA0E65DA5B50}">
      <dgm:prSet/>
      <dgm:spPr/>
      <dgm:t>
        <a:bodyPr/>
        <a:lstStyle/>
        <a:p>
          <a:r>
            <a:rPr lang="en-GB" b="0"/>
            <a:t>Best single score (Arntz et al.): R² = 0.107</a:t>
          </a:r>
          <a:endParaRPr lang="en-US"/>
        </a:p>
      </dgm:t>
    </dgm:pt>
    <dgm:pt modelId="{A8BF22E5-671A-44D0-AE46-BB00D6FFE5C3}" type="parTrans" cxnId="{605FD629-3485-4E85-967F-1D73DC7A59DD}">
      <dgm:prSet/>
      <dgm:spPr/>
      <dgm:t>
        <a:bodyPr/>
        <a:lstStyle/>
        <a:p>
          <a:endParaRPr lang="en-US"/>
        </a:p>
      </dgm:t>
    </dgm:pt>
    <dgm:pt modelId="{CC1F25D8-6846-4F2F-B1A9-9E5ADDD36102}" type="sibTrans" cxnId="{605FD629-3485-4E85-967F-1D73DC7A59DD}">
      <dgm:prSet/>
      <dgm:spPr/>
      <dgm:t>
        <a:bodyPr/>
        <a:lstStyle/>
        <a:p>
          <a:endParaRPr lang="en-US"/>
        </a:p>
      </dgm:t>
    </dgm:pt>
    <dgm:pt modelId="{45562506-54C7-43CC-9D03-8EC7D167EC08}">
      <dgm:prSet/>
      <dgm:spPr/>
      <dgm:t>
        <a:bodyPr/>
        <a:lstStyle/>
        <a:p>
          <a:r>
            <a:rPr lang="en-GB" b="0"/>
            <a:t>Ensemble of all scores: 0.298</a:t>
          </a:r>
          <a:endParaRPr lang="en-US"/>
        </a:p>
      </dgm:t>
    </dgm:pt>
    <dgm:pt modelId="{8A6DE775-DD4B-46AB-A955-3E53CB903044}" type="parTrans" cxnId="{96B0193B-5FC2-4BFE-8D7E-46C971367EA3}">
      <dgm:prSet/>
      <dgm:spPr/>
      <dgm:t>
        <a:bodyPr/>
        <a:lstStyle/>
        <a:p>
          <a:endParaRPr lang="en-US"/>
        </a:p>
      </dgm:t>
    </dgm:pt>
    <dgm:pt modelId="{4D72C938-DF63-44F5-BAB4-58BCCB755FC0}" type="sibTrans" cxnId="{96B0193B-5FC2-4BFE-8D7E-46C971367EA3}">
      <dgm:prSet/>
      <dgm:spPr/>
      <dgm:t>
        <a:bodyPr/>
        <a:lstStyle/>
        <a:p>
          <a:endParaRPr lang="en-US"/>
        </a:p>
      </dgm:t>
    </dgm:pt>
    <dgm:pt modelId="{CF89D6A8-4A73-4D02-9927-416F422A387F}">
      <dgm:prSet/>
      <dgm:spPr/>
      <dgm:t>
        <a:bodyPr/>
        <a:lstStyle/>
        <a:p>
          <a:r>
            <a:rPr lang="en-GB" b="0"/>
            <a:t>Baseline controls: 0.574</a:t>
          </a:r>
          <a:endParaRPr lang="en-US"/>
        </a:p>
      </dgm:t>
    </dgm:pt>
    <dgm:pt modelId="{5957BE2E-A950-4761-9C30-7C37D4C7A31D}" type="parTrans" cxnId="{F4B7986D-85D9-4DD4-9588-DCBE0BB97B85}">
      <dgm:prSet/>
      <dgm:spPr/>
      <dgm:t>
        <a:bodyPr/>
        <a:lstStyle/>
        <a:p>
          <a:endParaRPr lang="en-US"/>
        </a:p>
      </dgm:t>
    </dgm:pt>
    <dgm:pt modelId="{4F516B6B-817A-4628-9781-C1B1550E7F18}" type="sibTrans" cxnId="{F4B7986D-85D9-4DD4-9588-DCBE0BB97B85}">
      <dgm:prSet/>
      <dgm:spPr/>
      <dgm:t>
        <a:bodyPr/>
        <a:lstStyle/>
        <a:p>
          <a:endParaRPr lang="en-US"/>
        </a:p>
      </dgm:t>
    </dgm:pt>
    <dgm:pt modelId="{AA12B525-8053-4161-9BA7-EF7F584FF22B}">
      <dgm:prSet/>
      <dgm:spPr/>
      <dgm:t>
        <a:bodyPr/>
        <a:lstStyle/>
        <a:p>
          <a:r>
            <a:rPr lang="en-GB" b="0"/>
            <a:t>Baseline + ensemble: 0.755 (+18.1 points)</a:t>
          </a:r>
          <a:endParaRPr lang="en-US"/>
        </a:p>
      </dgm:t>
    </dgm:pt>
    <dgm:pt modelId="{8D571991-238D-4F3F-A3B2-E719893F0786}" type="parTrans" cxnId="{99830C68-CD8F-41CF-9746-B3C975B345E1}">
      <dgm:prSet/>
      <dgm:spPr/>
      <dgm:t>
        <a:bodyPr/>
        <a:lstStyle/>
        <a:p>
          <a:endParaRPr lang="en-US"/>
        </a:p>
      </dgm:t>
    </dgm:pt>
    <dgm:pt modelId="{61B709F8-C1DF-4D25-82A4-0D8C74AAF68F}" type="sibTrans" cxnId="{99830C68-CD8F-41CF-9746-B3C975B345E1}">
      <dgm:prSet/>
      <dgm:spPr/>
      <dgm:t>
        <a:bodyPr/>
        <a:lstStyle/>
        <a:p>
          <a:endParaRPr lang="en-US"/>
        </a:p>
      </dgm:t>
    </dgm:pt>
    <dgm:pt modelId="{D578597E-9CAD-4D7B-A293-EBE69BB6DBAB}">
      <dgm:prSet/>
      <dgm:spPr/>
      <dgm:t>
        <a:bodyPr/>
        <a:lstStyle/>
        <a:p>
          <a:r>
            <a:rPr lang="en-GB" b="0"/>
            <a:t>Takeaway: no single score is reliable, but together they add real signal</a:t>
          </a:r>
          <a:endParaRPr lang="en-US"/>
        </a:p>
      </dgm:t>
    </dgm:pt>
    <dgm:pt modelId="{66EAD596-D7A4-4F7D-8BC9-BF01FCE3E53B}" type="parTrans" cxnId="{8D640046-B417-4B17-8674-C0274EDCF64C}">
      <dgm:prSet/>
      <dgm:spPr/>
      <dgm:t>
        <a:bodyPr/>
        <a:lstStyle/>
        <a:p>
          <a:endParaRPr lang="en-US"/>
        </a:p>
      </dgm:t>
    </dgm:pt>
    <dgm:pt modelId="{3B112C8E-3604-4172-AA39-3DE7F87989F8}" type="sibTrans" cxnId="{8D640046-B417-4B17-8674-C0274EDCF64C}">
      <dgm:prSet/>
      <dgm:spPr/>
      <dgm:t>
        <a:bodyPr/>
        <a:lstStyle/>
        <a:p>
          <a:endParaRPr lang="en-US"/>
        </a:p>
      </dgm:t>
    </dgm:pt>
    <dgm:pt modelId="{4696F3CF-1A1D-4F36-BE54-4D48360817F1}" type="pres">
      <dgm:prSet presAssocID="{41C8FCCE-5F55-450B-BB06-4F3D7CA13A50}" presName="root" presStyleCnt="0">
        <dgm:presLayoutVars>
          <dgm:dir/>
          <dgm:resizeHandles val="exact"/>
        </dgm:presLayoutVars>
      </dgm:prSet>
      <dgm:spPr/>
    </dgm:pt>
    <dgm:pt modelId="{9469CEFC-FF21-4B6E-801D-C722DFA9F357}" type="pres">
      <dgm:prSet presAssocID="{BB7AE70A-83B3-4840-BB38-E00C9370DCE0}" presName="compNode" presStyleCnt="0"/>
      <dgm:spPr/>
    </dgm:pt>
    <dgm:pt modelId="{7873B085-B31F-4CFE-8961-2B92123E0D9A}" type="pres">
      <dgm:prSet presAssocID="{BB7AE70A-83B3-4840-BB38-E00C9370DCE0}" presName="bgRect" presStyleLbl="bgShp" presStyleIdx="0" presStyleCnt="6"/>
      <dgm:spPr/>
    </dgm:pt>
    <dgm:pt modelId="{B1076821-D202-4062-9753-A9454FF92819}" type="pres">
      <dgm:prSet presAssocID="{BB7AE70A-83B3-4840-BB38-E00C9370DCE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7C0A7867-716F-4969-BDF1-BAAC420A21F0}" type="pres">
      <dgm:prSet presAssocID="{BB7AE70A-83B3-4840-BB38-E00C9370DCE0}" presName="spaceRect" presStyleCnt="0"/>
      <dgm:spPr/>
    </dgm:pt>
    <dgm:pt modelId="{D8E76C9E-FB23-4600-917F-330DA3A00994}" type="pres">
      <dgm:prSet presAssocID="{BB7AE70A-83B3-4840-BB38-E00C9370DCE0}" presName="parTx" presStyleLbl="revTx" presStyleIdx="0" presStyleCnt="6">
        <dgm:presLayoutVars>
          <dgm:chMax val="0"/>
          <dgm:chPref val="0"/>
        </dgm:presLayoutVars>
      </dgm:prSet>
      <dgm:spPr/>
    </dgm:pt>
    <dgm:pt modelId="{7FF657BB-1B20-4915-AEC5-DA9A376D6F5A}" type="pres">
      <dgm:prSet presAssocID="{E21896D4-C395-478E-ACF4-41BC0D1B0843}" presName="sibTrans" presStyleCnt="0"/>
      <dgm:spPr/>
    </dgm:pt>
    <dgm:pt modelId="{8E6F8EED-018C-4AC3-B90C-4439F0FCD789}" type="pres">
      <dgm:prSet presAssocID="{10A6064E-37D5-46FB-A5B0-EA0E65DA5B50}" presName="compNode" presStyleCnt="0"/>
      <dgm:spPr/>
    </dgm:pt>
    <dgm:pt modelId="{CF5D5D31-977C-49ED-9860-D191A7B23B6A}" type="pres">
      <dgm:prSet presAssocID="{10A6064E-37D5-46FB-A5B0-EA0E65DA5B50}" presName="bgRect" presStyleLbl="bgShp" presStyleIdx="1" presStyleCnt="6"/>
      <dgm:spPr/>
    </dgm:pt>
    <dgm:pt modelId="{51E4EFC2-C97C-4653-B8FA-671CB1502764}" type="pres">
      <dgm:prSet presAssocID="{10A6064E-37D5-46FB-A5B0-EA0E65DA5B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F41CB268-60EE-4517-B26A-41C3D5E86D8B}" type="pres">
      <dgm:prSet presAssocID="{10A6064E-37D5-46FB-A5B0-EA0E65DA5B50}" presName="spaceRect" presStyleCnt="0"/>
      <dgm:spPr/>
    </dgm:pt>
    <dgm:pt modelId="{A054902D-CE0A-4DDE-9A4E-F1F8C89914C8}" type="pres">
      <dgm:prSet presAssocID="{10A6064E-37D5-46FB-A5B0-EA0E65DA5B50}" presName="parTx" presStyleLbl="revTx" presStyleIdx="1" presStyleCnt="6">
        <dgm:presLayoutVars>
          <dgm:chMax val="0"/>
          <dgm:chPref val="0"/>
        </dgm:presLayoutVars>
      </dgm:prSet>
      <dgm:spPr/>
    </dgm:pt>
    <dgm:pt modelId="{626AA601-E4C5-4CB4-B894-FB0A937C4C44}" type="pres">
      <dgm:prSet presAssocID="{CC1F25D8-6846-4F2F-B1A9-9E5ADDD36102}" presName="sibTrans" presStyleCnt="0"/>
      <dgm:spPr/>
    </dgm:pt>
    <dgm:pt modelId="{797A8591-3913-4EF6-A091-230D5968BCFD}" type="pres">
      <dgm:prSet presAssocID="{45562506-54C7-43CC-9D03-8EC7D167EC08}" presName="compNode" presStyleCnt="0"/>
      <dgm:spPr/>
    </dgm:pt>
    <dgm:pt modelId="{9AC44809-E246-40B4-BB86-FF68097642AB}" type="pres">
      <dgm:prSet presAssocID="{45562506-54C7-43CC-9D03-8EC7D167EC08}" presName="bgRect" presStyleLbl="bgShp" presStyleIdx="2" presStyleCnt="6"/>
      <dgm:spPr/>
    </dgm:pt>
    <dgm:pt modelId="{31F232E8-47CB-4364-BCAC-AEBE5BF656C5}" type="pres">
      <dgm:prSet presAssocID="{45562506-54C7-43CC-9D03-8EC7D167EC0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1D752947-0564-47E8-B693-C649AA18E33A}" type="pres">
      <dgm:prSet presAssocID="{45562506-54C7-43CC-9D03-8EC7D167EC08}" presName="spaceRect" presStyleCnt="0"/>
      <dgm:spPr/>
    </dgm:pt>
    <dgm:pt modelId="{65674F01-904D-4CD6-8360-33B92B24990A}" type="pres">
      <dgm:prSet presAssocID="{45562506-54C7-43CC-9D03-8EC7D167EC08}" presName="parTx" presStyleLbl="revTx" presStyleIdx="2" presStyleCnt="6">
        <dgm:presLayoutVars>
          <dgm:chMax val="0"/>
          <dgm:chPref val="0"/>
        </dgm:presLayoutVars>
      </dgm:prSet>
      <dgm:spPr/>
    </dgm:pt>
    <dgm:pt modelId="{FDD4B8CC-187B-42AB-87D7-A6AF85ADE6FD}" type="pres">
      <dgm:prSet presAssocID="{4D72C938-DF63-44F5-BAB4-58BCCB755FC0}" presName="sibTrans" presStyleCnt="0"/>
      <dgm:spPr/>
    </dgm:pt>
    <dgm:pt modelId="{0E8C171A-9FB2-4909-9A23-09868A97E52D}" type="pres">
      <dgm:prSet presAssocID="{CF89D6A8-4A73-4D02-9927-416F422A387F}" presName="compNode" presStyleCnt="0"/>
      <dgm:spPr/>
    </dgm:pt>
    <dgm:pt modelId="{05814358-1CF6-49B8-97C6-CE6181B13936}" type="pres">
      <dgm:prSet presAssocID="{CF89D6A8-4A73-4D02-9927-416F422A387F}" presName="bgRect" presStyleLbl="bgShp" presStyleIdx="3" presStyleCnt="6"/>
      <dgm:spPr/>
    </dgm:pt>
    <dgm:pt modelId="{6E37A626-31FD-42F9-972E-17243262BB83}" type="pres">
      <dgm:prSet presAssocID="{CF89D6A8-4A73-4D02-9927-416F422A387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A59E5A8-D9CA-469E-8DD5-54454D899957}" type="pres">
      <dgm:prSet presAssocID="{CF89D6A8-4A73-4D02-9927-416F422A387F}" presName="spaceRect" presStyleCnt="0"/>
      <dgm:spPr/>
    </dgm:pt>
    <dgm:pt modelId="{81090806-001F-43F5-B30C-14A2C34251CF}" type="pres">
      <dgm:prSet presAssocID="{CF89D6A8-4A73-4D02-9927-416F422A387F}" presName="parTx" presStyleLbl="revTx" presStyleIdx="3" presStyleCnt="6">
        <dgm:presLayoutVars>
          <dgm:chMax val="0"/>
          <dgm:chPref val="0"/>
        </dgm:presLayoutVars>
      </dgm:prSet>
      <dgm:spPr/>
    </dgm:pt>
    <dgm:pt modelId="{7E3D33F2-F127-4042-B1B1-BD2270A738A6}" type="pres">
      <dgm:prSet presAssocID="{4F516B6B-817A-4628-9781-C1B1550E7F18}" presName="sibTrans" presStyleCnt="0"/>
      <dgm:spPr/>
    </dgm:pt>
    <dgm:pt modelId="{20810774-2CE7-4A01-88A5-9FCDFC50A441}" type="pres">
      <dgm:prSet presAssocID="{AA12B525-8053-4161-9BA7-EF7F584FF22B}" presName="compNode" presStyleCnt="0"/>
      <dgm:spPr/>
    </dgm:pt>
    <dgm:pt modelId="{09B3E33D-C22F-443D-8B3E-43977E675E9B}" type="pres">
      <dgm:prSet presAssocID="{AA12B525-8053-4161-9BA7-EF7F584FF22B}" presName="bgRect" presStyleLbl="bgShp" presStyleIdx="4" presStyleCnt="6"/>
      <dgm:spPr/>
    </dgm:pt>
    <dgm:pt modelId="{C6DCEA29-5DFF-4652-B4CC-A54C8A753A5D}" type="pres">
      <dgm:prSet presAssocID="{AA12B525-8053-4161-9BA7-EF7F584FF22B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"/>
        </a:ext>
      </dgm:extLst>
    </dgm:pt>
    <dgm:pt modelId="{05B72ED9-439E-458D-8314-D11298C72085}" type="pres">
      <dgm:prSet presAssocID="{AA12B525-8053-4161-9BA7-EF7F584FF22B}" presName="spaceRect" presStyleCnt="0"/>
      <dgm:spPr/>
    </dgm:pt>
    <dgm:pt modelId="{A170ABBD-6E17-4864-871F-6AFAAE1DFB30}" type="pres">
      <dgm:prSet presAssocID="{AA12B525-8053-4161-9BA7-EF7F584FF22B}" presName="parTx" presStyleLbl="revTx" presStyleIdx="4" presStyleCnt="6">
        <dgm:presLayoutVars>
          <dgm:chMax val="0"/>
          <dgm:chPref val="0"/>
        </dgm:presLayoutVars>
      </dgm:prSet>
      <dgm:spPr/>
    </dgm:pt>
    <dgm:pt modelId="{2215C3DD-21E7-4B2D-A652-232E7FA0DC08}" type="pres">
      <dgm:prSet presAssocID="{61B709F8-C1DF-4D25-82A4-0D8C74AAF68F}" presName="sibTrans" presStyleCnt="0"/>
      <dgm:spPr/>
    </dgm:pt>
    <dgm:pt modelId="{09EB0C4C-9DD0-4311-8DC9-412C88D618D0}" type="pres">
      <dgm:prSet presAssocID="{D578597E-9CAD-4D7B-A293-EBE69BB6DBAB}" presName="compNode" presStyleCnt="0"/>
      <dgm:spPr/>
    </dgm:pt>
    <dgm:pt modelId="{0C9A0AD1-0851-44E1-8F32-7D7EF447084A}" type="pres">
      <dgm:prSet presAssocID="{D578597E-9CAD-4D7B-A293-EBE69BB6DBAB}" presName="bgRect" presStyleLbl="bgShp" presStyleIdx="5" presStyleCnt="6"/>
      <dgm:spPr/>
    </dgm:pt>
    <dgm:pt modelId="{BE16D976-85BF-46D8-876C-C05636924194}" type="pres">
      <dgm:prSet presAssocID="{D578597E-9CAD-4D7B-A293-EBE69BB6DBA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D05B17-C0DF-4399-9B3A-7E9BFC773B92}" type="pres">
      <dgm:prSet presAssocID="{D578597E-9CAD-4D7B-A293-EBE69BB6DBAB}" presName="spaceRect" presStyleCnt="0"/>
      <dgm:spPr/>
    </dgm:pt>
    <dgm:pt modelId="{49A534B2-712C-4A97-8C04-E75560062842}" type="pres">
      <dgm:prSet presAssocID="{D578597E-9CAD-4D7B-A293-EBE69BB6DBA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2348518-37D6-4298-A302-D2DC3B447785}" type="presOf" srcId="{CF89D6A8-4A73-4D02-9927-416F422A387F}" destId="{81090806-001F-43F5-B30C-14A2C34251CF}" srcOrd="0" destOrd="0" presId="urn:microsoft.com/office/officeart/2018/2/layout/IconVerticalSolidList"/>
    <dgm:cxn modelId="{605FD629-3485-4E85-967F-1D73DC7A59DD}" srcId="{41C8FCCE-5F55-450B-BB06-4F3D7CA13A50}" destId="{10A6064E-37D5-46FB-A5B0-EA0E65DA5B50}" srcOrd="1" destOrd="0" parTransId="{A8BF22E5-671A-44D0-AE46-BB00D6FFE5C3}" sibTransId="{CC1F25D8-6846-4F2F-B1A9-9E5ADDD36102}"/>
    <dgm:cxn modelId="{96B0193B-5FC2-4BFE-8D7E-46C971367EA3}" srcId="{41C8FCCE-5F55-450B-BB06-4F3D7CA13A50}" destId="{45562506-54C7-43CC-9D03-8EC7D167EC08}" srcOrd="2" destOrd="0" parTransId="{8A6DE775-DD4B-46AB-A955-3E53CB903044}" sibTransId="{4D72C938-DF63-44F5-BAB4-58BCCB755FC0}"/>
    <dgm:cxn modelId="{8D640046-B417-4B17-8674-C0274EDCF64C}" srcId="{41C8FCCE-5F55-450B-BB06-4F3D7CA13A50}" destId="{D578597E-9CAD-4D7B-A293-EBE69BB6DBAB}" srcOrd="5" destOrd="0" parTransId="{66EAD596-D7A4-4F7D-8BC9-BF01FCE3E53B}" sibTransId="{3B112C8E-3604-4172-AA39-3DE7F87989F8}"/>
    <dgm:cxn modelId="{99830C68-CD8F-41CF-9746-B3C975B345E1}" srcId="{41C8FCCE-5F55-450B-BB06-4F3D7CA13A50}" destId="{AA12B525-8053-4161-9BA7-EF7F584FF22B}" srcOrd="4" destOrd="0" parTransId="{8D571991-238D-4F3F-A3B2-E719893F0786}" sibTransId="{61B709F8-C1DF-4D25-82A4-0D8C74AAF68F}"/>
    <dgm:cxn modelId="{F4B7986D-85D9-4DD4-9588-DCBE0BB97B85}" srcId="{41C8FCCE-5F55-450B-BB06-4F3D7CA13A50}" destId="{CF89D6A8-4A73-4D02-9927-416F422A387F}" srcOrd="3" destOrd="0" parTransId="{5957BE2E-A950-4761-9C30-7C37D4C7A31D}" sibTransId="{4F516B6B-817A-4628-9781-C1B1550E7F18}"/>
    <dgm:cxn modelId="{449B394E-6DD1-420A-A198-610ED7CB135A}" type="presOf" srcId="{AA12B525-8053-4161-9BA7-EF7F584FF22B}" destId="{A170ABBD-6E17-4864-871F-6AFAAE1DFB30}" srcOrd="0" destOrd="0" presId="urn:microsoft.com/office/officeart/2018/2/layout/IconVerticalSolidList"/>
    <dgm:cxn modelId="{D3158187-7A8B-4A1E-8CE1-EEAEC45870B2}" srcId="{41C8FCCE-5F55-450B-BB06-4F3D7CA13A50}" destId="{BB7AE70A-83B3-4840-BB38-E00C9370DCE0}" srcOrd="0" destOrd="0" parTransId="{623FAB24-D079-4332-BD71-05937DC00062}" sibTransId="{E21896D4-C395-478E-ACF4-41BC0D1B0843}"/>
    <dgm:cxn modelId="{8FAA0391-C55E-4AD1-8CE7-EF365B462F1D}" type="presOf" srcId="{BB7AE70A-83B3-4840-BB38-E00C9370DCE0}" destId="{D8E76C9E-FB23-4600-917F-330DA3A00994}" srcOrd="0" destOrd="0" presId="urn:microsoft.com/office/officeart/2018/2/layout/IconVerticalSolidList"/>
    <dgm:cxn modelId="{A0CF8493-C468-4FC1-B3C7-81943D1EE76A}" type="presOf" srcId="{45562506-54C7-43CC-9D03-8EC7D167EC08}" destId="{65674F01-904D-4CD6-8360-33B92B24990A}" srcOrd="0" destOrd="0" presId="urn:microsoft.com/office/officeart/2018/2/layout/IconVerticalSolidList"/>
    <dgm:cxn modelId="{56BC51E4-DBCF-4A8F-8FC0-031A4D6866C8}" type="presOf" srcId="{10A6064E-37D5-46FB-A5B0-EA0E65DA5B50}" destId="{A054902D-CE0A-4DDE-9A4E-F1F8C89914C8}" srcOrd="0" destOrd="0" presId="urn:microsoft.com/office/officeart/2018/2/layout/IconVerticalSolidList"/>
    <dgm:cxn modelId="{98ED18ED-599B-43EF-8074-D3F78A15A417}" type="presOf" srcId="{41C8FCCE-5F55-450B-BB06-4F3D7CA13A50}" destId="{4696F3CF-1A1D-4F36-BE54-4D48360817F1}" srcOrd="0" destOrd="0" presId="urn:microsoft.com/office/officeart/2018/2/layout/IconVerticalSolidList"/>
    <dgm:cxn modelId="{294955FE-502C-4576-ACF4-549B1B96CA0B}" type="presOf" srcId="{D578597E-9CAD-4D7B-A293-EBE69BB6DBAB}" destId="{49A534B2-712C-4A97-8C04-E75560062842}" srcOrd="0" destOrd="0" presId="urn:microsoft.com/office/officeart/2018/2/layout/IconVerticalSolidList"/>
    <dgm:cxn modelId="{1036BE48-E056-464D-857E-1EE4AF4AB7A5}" type="presParOf" srcId="{4696F3CF-1A1D-4F36-BE54-4D48360817F1}" destId="{9469CEFC-FF21-4B6E-801D-C722DFA9F357}" srcOrd="0" destOrd="0" presId="urn:microsoft.com/office/officeart/2018/2/layout/IconVerticalSolidList"/>
    <dgm:cxn modelId="{02B70A7D-EE1F-4EBD-AD4C-6810A1F24D66}" type="presParOf" srcId="{9469CEFC-FF21-4B6E-801D-C722DFA9F357}" destId="{7873B085-B31F-4CFE-8961-2B92123E0D9A}" srcOrd="0" destOrd="0" presId="urn:microsoft.com/office/officeart/2018/2/layout/IconVerticalSolidList"/>
    <dgm:cxn modelId="{7F2A6646-9885-44C9-8C70-660FDE003AF4}" type="presParOf" srcId="{9469CEFC-FF21-4B6E-801D-C722DFA9F357}" destId="{B1076821-D202-4062-9753-A9454FF92819}" srcOrd="1" destOrd="0" presId="urn:microsoft.com/office/officeart/2018/2/layout/IconVerticalSolidList"/>
    <dgm:cxn modelId="{1EA059E1-F3D3-4D35-86B4-3571FA162E41}" type="presParOf" srcId="{9469CEFC-FF21-4B6E-801D-C722DFA9F357}" destId="{7C0A7867-716F-4969-BDF1-BAAC420A21F0}" srcOrd="2" destOrd="0" presId="urn:microsoft.com/office/officeart/2018/2/layout/IconVerticalSolidList"/>
    <dgm:cxn modelId="{2325E5D5-203F-4113-97DE-BF9C7F48B870}" type="presParOf" srcId="{9469CEFC-FF21-4B6E-801D-C722DFA9F357}" destId="{D8E76C9E-FB23-4600-917F-330DA3A00994}" srcOrd="3" destOrd="0" presId="urn:microsoft.com/office/officeart/2018/2/layout/IconVerticalSolidList"/>
    <dgm:cxn modelId="{19429A99-7FCE-4897-9261-EF1482A556F5}" type="presParOf" srcId="{4696F3CF-1A1D-4F36-BE54-4D48360817F1}" destId="{7FF657BB-1B20-4915-AEC5-DA9A376D6F5A}" srcOrd="1" destOrd="0" presId="urn:microsoft.com/office/officeart/2018/2/layout/IconVerticalSolidList"/>
    <dgm:cxn modelId="{1E678161-7C6A-4EF9-B581-D397F61C62D6}" type="presParOf" srcId="{4696F3CF-1A1D-4F36-BE54-4D48360817F1}" destId="{8E6F8EED-018C-4AC3-B90C-4439F0FCD789}" srcOrd="2" destOrd="0" presId="urn:microsoft.com/office/officeart/2018/2/layout/IconVerticalSolidList"/>
    <dgm:cxn modelId="{8A8D867A-B105-4077-859E-36F97CFC0355}" type="presParOf" srcId="{8E6F8EED-018C-4AC3-B90C-4439F0FCD789}" destId="{CF5D5D31-977C-49ED-9860-D191A7B23B6A}" srcOrd="0" destOrd="0" presId="urn:microsoft.com/office/officeart/2018/2/layout/IconVerticalSolidList"/>
    <dgm:cxn modelId="{A44EA95E-1835-4A70-9B0E-27A7970F793B}" type="presParOf" srcId="{8E6F8EED-018C-4AC3-B90C-4439F0FCD789}" destId="{51E4EFC2-C97C-4653-B8FA-671CB1502764}" srcOrd="1" destOrd="0" presId="urn:microsoft.com/office/officeart/2018/2/layout/IconVerticalSolidList"/>
    <dgm:cxn modelId="{4D569175-96BD-4CB8-AA3F-4652F4697E34}" type="presParOf" srcId="{8E6F8EED-018C-4AC3-B90C-4439F0FCD789}" destId="{F41CB268-60EE-4517-B26A-41C3D5E86D8B}" srcOrd="2" destOrd="0" presId="urn:microsoft.com/office/officeart/2018/2/layout/IconVerticalSolidList"/>
    <dgm:cxn modelId="{90818EFC-D784-4A2D-8460-6AD4C7BD6546}" type="presParOf" srcId="{8E6F8EED-018C-4AC3-B90C-4439F0FCD789}" destId="{A054902D-CE0A-4DDE-9A4E-F1F8C89914C8}" srcOrd="3" destOrd="0" presId="urn:microsoft.com/office/officeart/2018/2/layout/IconVerticalSolidList"/>
    <dgm:cxn modelId="{DFAE8E06-5709-44E5-8CCE-3E068A118528}" type="presParOf" srcId="{4696F3CF-1A1D-4F36-BE54-4D48360817F1}" destId="{626AA601-E4C5-4CB4-B894-FB0A937C4C44}" srcOrd="3" destOrd="0" presId="urn:microsoft.com/office/officeart/2018/2/layout/IconVerticalSolidList"/>
    <dgm:cxn modelId="{57AF2EDC-6F0D-43D1-B648-DB506C0E0CAC}" type="presParOf" srcId="{4696F3CF-1A1D-4F36-BE54-4D48360817F1}" destId="{797A8591-3913-4EF6-A091-230D5968BCFD}" srcOrd="4" destOrd="0" presId="urn:microsoft.com/office/officeart/2018/2/layout/IconVerticalSolidList"/>
    <dgm:cxn modelId="{70B85901-C769-4CB9-9AF0-F643BAEF20A7}" type="presParOf" srcId="{797A8591-3913-4EF6-A091-230D5968BCFD}" destId="{9AC44809-E246-40B4-BB86-FF68097642AB}" srcOrd="0" destOrd="0" presId="urn:microsoft.com/office/officeart/2018/2/layout/IconVerticalSolidList"/>
    <dgm:cxn modelId="{ED33EF31-61A1-4526-BC1C-1946D8262542}" type="presParOf" srcId="{797A8591-3913-4EF6-A091-230D5968BCFD}" destId="{31F232E8-47CB-4364-BCAC-AEBE5BF656C5}" srcOrd="1" destOrd="0" presId="urn:microsoft.com/office/officeart/2018/2/layout/IconVerticalSolidList"/>
    <dgm:cxn modelId="{E469C144-5EE7-4C4B-A60B-3EC9D6CA4871}" type="presParOf" srcId="{797A8591-3913-4EF6-A091-230D5968BCFD}" destId="{1D752947-0564-47E8-B693-C649AA18E33A}" srcOrd="2" destOrd="0" presId="urn:microsoft.com/office/officeart/2018/2/layout/IconVerticalSolidList"/>
    <dgm:cxn modelId="{3DDB607F-8191-40D6-B7F6-451B0EDBA52A}" type="presParOf" srcId="{797A8591-3913-4EF6-A091-230D5968BCFD}" destId="{65674F01-904D-4CD6-8360-33B92B24990A}" srcOrd="3" destOrd="0" presId="urn:microsoft.com/office/officeart/2018/2/layout/IconVerticalSolidList"/>
    <dgm:cxn modelId="{C48499B0-F21A-43E2-8FF6-A9F1A3853114}" type="presParOf" srcId="{4696F3CF-1A1D-4F36-BE54-4D48360817F1}" destId="{FDD4B8CC-187B-42AB-87D7-A6AF85ADE6FD}" srcOrd="5" destOrd="0" presId="urn:microsoft.com/office/officeart/2018/2/layout/IconVerticalSolidList"/>
    <dgm:cxn modelId="{53EAB0D2-C46A-4439-86A8-B5570557E856}" type="presParOf" srcId="{4696F3CF-1A1D-4F36-BE54-4D48360817F1}" destId="{0E8C171A-9FB2-4909-9A23-09868A97E52D}" srcOrd="6" destOrd="0" presId="urn:microsoft.com/office/officeart/2018/2/layout/IconVerticalSolidList"/>
    <dgm:cxn modelId="{E9F65A6A-A95F-41DE-978D-609D2FE52181}" type="presParOf" srcId="{0E8C171A-9FB2-4909-9A23-09868A97E52D}" destId="{05814358-1CF6-49B8-97C6-CE6181B13936}" srcOrd="0" destOrd="0" presId="urn:microsoft.com/office/officeart/2018/2/layout/IconVerticalSolidList"/>
    <dgm:cxn modelId="{E17BB0C7-318A-4AA3-9E8B-130CC7FE86CB}" type="presParOf" srcId="{0E8C171A-9FB2-4909-9A23-09868A97E52D}" destId="{6E37A626-31FD-42F9-972E-17243262BB83}" srcOrd="1" destOrd="0" presId="urn:microsoft.com/office/officeart/2018/2/layout/IconVerticalSolidList"/>
    <dgm:cxn modelId="{38627A40-FE89-44F0-A279-C68E1D11AA96}" type="presParOf" srcId="{0E8C171A-9FB2-4909-9A23-09868A97E52D}" destId="{FA59E5A8-D9CA-469E-8DD5-54454D899957}" srcOrd="2" destOrd="0" presId="urn:microsoft.com/office/officeart/2018/2/layout/IconVerticalSolidList"/>
    <dgm:cxn modelId="{971595B0-8DB4-467D-9C75-10D700004AD4}" type="presParOf" srcId="{0E8C171A-9FB2-4909-9A23-09868A97E52D}" destId="{81090806-001F-43F5-B30C-14A2C34251CF}" srcOrd="3" destOrd="0" presId="urn:microsoft.com/office/officeart/2018/2/layout/IconVerticalSolidList"/>
    <dgm:cxn modelId="{B9F81147-0E2D-490E-9539-CFBCE2D8CE81}" type="presParOf" srcId="{4696F3CF-1A1D-4F36-BE54-4D48360817F1}" destId="{7E3D33F2-F127-4042-B1B1-BD2270A738A6}" srcOrd="7" destOrd="0" presId="urn:microsoft.com/office/officeart/2018/2/layout/IconVerticalSolidList"/>
    <dgm:cxn modelId="{61A2B5A7-5351-4DCC-8F1B-105B13581DD1}" type="presParOf" srcId="{4696F3CF-1A1D-4F36-BE54-4D48360817F1}" destId="{20810774-2CE7-4A01-88A5-9FCDFC50A441}" srcOrd="8" destOrd="0" presId="urn:microsoft.com/office/officeart/2018/2/layout/IconVerticalSolidList"/>
    <dgm:cxn modelId="{C5D63915-88C2-47F6-9BBC-4E9EC15B0F6D}" type="presParOf" srcId="{20810774-2CE7-4A01-88A5-9FCDFC50A441}" destId="{09B3E33D-C22F-443D-8B3E-43977E675E9B}" srcOrd="0" destOrd="0" presId="urn:microsoft.com/office/officeart/2018/2/layout/IconVerticalSolidList"/>
    <dgm:cxn modelId="{F35F5F83-4EA1-4D09-A20D-20BC5C86DF5B}" type="presParOf" srcId="{20810774-2CE7-4A01-88A5-9FCDFC50A441}" destId="{C6DCEA29-5DFF-4652-B4CC-A54C8A753A5D}" srcOrd="1" destOrd="0" presId="urn:microsoft.com/office/officeart/2018/2/layout/IconVerticalSolidList"/>
    <dgm:cxn modelId="{D4D55FD9-95D5-45E7-8EA4-4F00678FAAF2}" type="presParOf" srcId="{20810774-2CE7-4A01-88A5-9FCDFC50A441}" destId="{05B72ED9-439E-458D-8314-D11298C72085}" srcOrd="2" destOrd="0" presId="urn:microsoft.com/office/officeart/2018/2/layout/IconVerticalSolidList"/>
    <dgm:cxn modelId="{4739BE17-294B-4767-A67E-E63EAEE6A593}" type="presParOf" srcId="{20810774-2CE7-4A01-88A5-9FCDFC50A441}" destId="{A170ABBD-6E17-4864-871F-6AFAAE1DFB30}" srcOrd="3" destOrd="0" presId="urn:microsoft.com/office/officeart/2018/2/layout/IconVerticalSolidList"/>
    <dgm:cxn modelId="{956095A6-0AD3-49CA-B8DA-E4156361D735}" type="presParOf" srcId="{4696F3CF-1A1D-4F36-BE54-4D48360817F1}" destId="{2215C3DD-21E7-4B2D-A652-232E7FA0DC08}" srcOrd="9" destOrd="0" presId="urn:microsoft.com/office/officeart/2018/2/layout/IconVerticalSolidList"/>
    <dgm:cxn modelId="{6E52C1A2-9E0D-4430-B2BD-F4F02A2F54B8}" type="presParOf" srcId="{4696F3CF-1A1D-4F36-BE54-4D48360817F1}" destId="{09EB0C4C-9DD0-4311-8DC9-412C88D618D0}" srcOrd="10" destOrd="0" presId="urn:microsoft.com/office/officeart/2018/2/layout/IconVerticalSolidList"/>
    <dgm:cxn modelId="{D3C319F1-01A8-45B6-B4FF-74A08AE8CB6D}" type="presParOf" srcId="{09EB0C4C-9DD0-4311-8DC9-412C88D618D0}" destId="{0C9A0AD1-0851-44E1-8F32-7D7EF447084A}" srcOrd="0" destOrd="0" presId="urn:microsoft.com/office/officeart/2018/2/layout/IconVerticalSolidList"/>
    <dgm:cxn modelId="{F503BA10-1399-4658-8332-5CDB87075932}" type="presParOf" srcId="{09EB0C4C-9DD0-4311-8DC9-412C88D618D0}" destId="{BE16D976-85BF-46D8-876C-C05636924194}" srcOrd="1" destOrd="0" presId="urn:microsoft.com/office/officeart/2018/2/layout/IconVerticalSolidList"/>
    <dgm:cxn modelId="{52062D10-B1FC-421E-A6B0-2A6AC147EAB7}" type="presParOf" srcId="{09EB0C4C-9DD0-4311-8DC9-412C88D618D0}" destId="{CFD05B17-C0DF-4399-9B3A-7E9BFC773B92}" srcOrd="2" destOrd="0" presId="urn:microsoft.com/office/officeart/2018/2/layout/IconVerticalSolidList"/>
    <dgm:cxn modelId="{0AE8503E-7BB1-4ABA-828C-D9A28A3640E5}" type="presParOf" srcId="{09EB0C4C-9DD0-4311-8DC9-412C88D618D0}" destId="{49A534B2-712C-4A97-8C04-E755600628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6894D-74EA-4480-868A-1A147DF8E551}">
      <dsp:nvSpPr>
        <dsp:cNvPr id="0" name=""/>
        <dsp:cNvSpPr/>
      </dsp:nvSpPr>
      <dsp:spPr>
        <a:xfrm>
          <a:off x="0" y="237293"/>
          <a:ext cx="7012370" cy="79852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kern="1200"/>
            <a:t>Fear that generative AI and automation destroy jobs</a:t>
          </a:r>
          <a:endParaRPr lang="en-US" sz="2100" kern="1200"/>
        </a:p>
      </dsp:txBody>
      <dsp:txXfrm>
        <a:off x="38981" y="276274"/>
        <a:ext cx="6934408" cy="720562"/>
      </dsp:txXfrm>
    </dsp:sp>
    <dsp:sp modelId="{673027A1-514C-453F-9256-3C18CEB2D64A}">
      <dsp:nvSpPr>
        <dsp:cNvPr id="0" name=""/>
        <dsp:cNvSpPr/>
      </dsp:nvSpPr>
      <dsp:spPr>
        <a:xfrm>
          <a:off x="0" y="1096298"/>
          <a:ext cx="7012370" cy="798524"/>
        </a:xfrm>
        <a:prstGeom prst="roundRect">
          <a:avLst/>
        </a:prstGeom>
        <a:gradFill rotWithShape="0">
          <a:gsLst>
            <a:gs pos="0">
              <a:schemeClr val="accent2">
                <a:hueOff val="297934"/>
                <a:satOff val="1728"/>
                <a:lumOff val="1716"/>
                <a:alphaOff val="0"/>
                <a:tint val="98000"/>
                <a:lumMod val="110000"/>
              </a:schemeClr>
            </a:gs>
            <a:gs pos="84000">
              <a:schemeClr val="accent2">
                <a:hueOff val="297934"/>
                <a:satOff val="1728"/>
                <a:lumOff val="171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kern="1200"/>
            <a:t>Many “exposure” scores exist (Frey &amp; Osborne, Webb, Felten, Eloundou, …) built from expert opinion, patents or task text</a:t>
          </a:r>
          <a:endParaRPr lang="en-US" sz="2100" kern="1200"/>
        </a:p>
      </dsp:txBody>
      <dsp:txXfrm>
        <a:off x="38981" y="1135279"/>
        <a:ext cx="6934408" cy="720562"/>
      </dsp:txXfrm>
    </dsp:sp>
    <dsp:sp modelId="{E99913C8-9598-4345-A615-124C324122C5}">
      <dsp:nvSpPr>
        <dsp:cNvPr id="0" name=""/>
        <dsp:cNvSpPr/>
      </dsp:nvSpPr>
      <dsp:spPr>
        <a:xfrm>
          <a:off x="0" y="1955303"/>
          <a:ext cx="7012370" cy="798524"/>
        </a:xfrm>
        <a:prstGeom prst="roundRect">
          <a:avLst/>
        </a:prstGeom>
        <a:gradFill rotWithShape="0">
          <a:gsLst>
            <a:gs pos="0">
              <a:schemeClr val="accent2">
                <a:hueOff val="595867"/>
                <a:satOff val="3457"/>
                <a:lumOff val="3432"/>
                <a:alphaOff val="0"/>
                <a:tint val="98000"/>
                <a:lumMod val="110000"/>
              </a:schemeClr>
            </a:gs>
            <a:gs pos="84000">
              <a:schemeClr val="accent2">
                <a:hueOff val="595867"/>
                <a:satOff val="3457"/>
                <a:lumOff val="343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kern="1200"/>
            <a:t>Almost never checked against real outcomes</a:t>
          </a:r>
          <a:endParaRPr lang="en-US" sz="2100" kern="1200"/>
        </a:p>
      </dsp:txBody>
      <dsp:txXfrm>
        <a:off x="38981" y="1994284"/>
        <a:ext cx="6934408" cy="720562"/>
      </dsp:txXfrm>
    </dsp:sp>
    <dsp:sp modelId="{D6EF1CDB-F554-46C5-9656-4EA99616318D}">
      <dsp:nvSpPr>
        <dsp:cNvPr id="0" name=""/>
        <dsp:cNvSpPr/>
      </dsp:nvSpPr>
      <dsp:spPr>
        <a:xfrm>
          <a:off x="0" y="2814308"/>
          <a:ext cx="7012370" cy="798524"/>
        </a:xfrm>
        <a:prstGeom prst="roundRect">
          <a:avLst/>
        </a:prstGeom>
        <a:gradFill rotWithShape="0">
          <a:gsLst>
            <a:gs pos="0">
              <a:schemeClr val="accent2">
                <a:hueOff val="893801"/>
                <a:satOff val="5185"/>
                <a:lumOff val="5148"/>
                <a:alphaOff val="0"/>
                <a:tint val="98000"/>
                <a:lumMod val="110000"/>
              </a:schemeClr>
            </a:gs>
            <a:gs pos="84000">
              <a:schemeClr val="accent2">
                <a:hueOff val="893801"/>
                <a:satOff val="5185"/>
                <a:lumOff val="5148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kern="1200"/>
            <a:t>RQ: do scores predict real occupational unemployment risk, and does combining them help?</a:t>
          </a:r>
          <a:endParaRPr lang="en-US" sz="2100" kern="1200"/>
        </a:p>
      </dsp:txBody>
      <dsp:txXfrm>
        <a:off x="38981" y="2853289"/>
        <a:ext cx="6934408" cy="720562"/>
      </dsp:txXfrm>
    </dsp:sp>
    <dsp:sp modelId="{DB4D8F3C-B65C-4271-8CC3-C071AF3C47DA}">
      <dsp:nvSpPr>
        <dsp:cNvPr id="0" name=""/>
        <dsp:cNvSpPr/>
      </dsp:nvSpPr>
      <dsp:spPr>
        <a:xfrm>
          <a:off x="0" y="3673313"/>
          <a:ext cx="7012370" cy="798524"/>
        </a:xfrm>
        <a:prstGeom prst="roundRect">
          <a:avLst/>
        </a:prstGeom>
        <a:gradFill rotWithShape="0">
          <a:gsLst>
            <a:gs pos="0">
              <a:schemeClr val="accent2">
                <a:hueOff val="1191735"/>
                <a:satOff val="6913"/>
                <a:lumOff val="6864"/>
                <a:alphaOff val="0"/>
                <a:tint val="98000"/>
                <a:lumMod val="110000"/>
              </a:schemeClr>
            </a:gs>
            <a:gs pos="84000">
              <a:schemeClr val="accent2">
                <a:hueOff val="1191735"/>
                <a:satOff val="6913"/>
                <a:lumOff val="686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kern="1200"/>
            <a:t>Why it matters: targeting retraining and support</a:t>
          </a:r>
          <a:endParaRPr lang="en-US" sz="2100" kern="1200"/>
        </a:p>
      </dsp:txBody>
      <dsp:txXfrm>
        <a:off x="38981" y="3712294"/>
        <a:ext cx="6934408" cy="720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BFD76-2F21-4EB8-B3FC-E14327E5A7FF}">
      <dsp:nvSpPr>
        <dsp:cNvPr id="0" name=""/>
        <dsp:cNvSpPr/>
      </dsp:nvSpPr>
      <dsp:spPr>
        <a:xfrm>
          <a:off x="6624" y="596633"/>
          <a:ext cx="2070808" cy="24849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0" rIns="20455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Outcome: share of an occupation’s workforce on unemployment insurance, per state-month (log10)</a:t>
          </a:r>
          <a:endParaRPr lang="en-US" sz="1400" kern="1200"/>
        </a:p>
      </dsp:txBody>
      <dsp:txXfrm>
        <a:off x="6624" y="1590621"/>
        <a:ext cx="2070808" cy="1490982"/>
      </dsp:txXfrm>
    </dsp:sp>
    <dsp:sp modelId="{74FE0881-C76C-4473-BC84-8503958177C8}">
      <dsp:nvSpPr>
        <dsp:cNvPr id="0" name=""/>
        <dsp:cNvSpPr/>
      </dsp:nvSpPr>
      <dsp:spPr>
        <a:xfrm>
          <a:off x="6624" y="596633"/>
          <a:ext cx="2070808" cy="993988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165100" rIns="204550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01</a:t>
          </a:r>
        </a:p>
      </dsp:txBody>
      <dsp:txXfrm>
        <a:off x="6624" y="596633"/>
        <a:ext cx="2070808" cy="993988"/>
      </dsp:txXfrm>
    </dsp:sp>
    <dsp:sp modelId="{CC0DA5F1-A015-4A7E-8EFA-712934296859}">
      <dsp:nvSpPr>
        <dsp:cNvPr id="0" name=""/>
        <dsp:cNvSpPr/>
      </dsp:nvSpPr>
      <dsp:spPr>
        <a:xfrm>
          <a:off x="2243097" y="596633"/>
          <a:ext cx="2070808" cy="2484970"/>
        </a:xfrm>
        <a:prstGeom prst="rect">
          <a:avLst/>
        </a:prstGeom>
        <a:solidFill>
          <a:schemeClr val="accent2">
            <a:hueOff val="297934"/>
            <a:satOff val="1728"/>
            <a:lumOff val="1716"/>
            <a:alphaOff val="0"/>
          </a:schemeClr>
        </a:solidFill>
        <a:ln w="22225" cap="rnd" cmpd="sng" algn="ctr">
          <a:solidFill>
            <a:schemeClr val="accent2">
              <a:hueOff val="297934"/>
              <a:satOff val="1728"/>
              <a:lumOff val="17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0" rIns="20455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N = 140,274 state × month × occupation records, 2010–2020</a:t>
          </a:r>
          <a:endParaRPr lang="en-US" sz="1400" kern="1200"/>
        </a:p>
      </dsp:txBody>
      <dsp:txXfrm>
        <a:off x="2243097" y="1590621"/>
        <a:ext cx="2070808" cy="1490982"/>
      </dsp:txXfrm>
    </dsp:sp>
    <dsp:sp modelId="{A28CA39D-7A2B-416D-99D5-FD701C2EAB80}">
      <dsp:nvSpPr>
        <dsp:cNvPr id="0" name=""/>
        <dsp:cNvSpPr/>
      </dsp:nvSpPr>
      <dsp:spPr>
        <a:xfrm>
          <a:off x="2243097" y="596633"/>
          <a:ext cx="2070808" cy="993988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165100" rIns="204550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02</a:t>
          </a:r>
        </a:p>
      </dsp:txBody>
      <dsp:txXfrm>
        <a:off x="2243097" y="596633"/>
        <a:ext cx="2070808" cy="993988"/>
      </dsp:txXfrm>
    </dsp:sp>
    <dsp:sp modelId="{2DD5EEA9-6657-4FB6-9C15-A8E5417D6A04}">
      <dsp:nvSpPr>
        <dsp:cNvPr id="0" name=""/>
        <dsp:cNvSpPr/>
      </dsp:nvSpPr>
      <dsp:spPr>
        <a:xfrm>
          <a:off x="4479570" y="596633"/>
          <a:ext cx="2070808" cy="2484970"/>
        </a:xfrm>
        <a:prstGeom prst="rect">
          <a:avLst/>
        </a:prstGeom>
        <a:solidFill>
          <a:schemeClr val="accent2">
            <a:hueOff val="595867"/>
            <a:satOff val="3457"/>
            <a:lumOff val="3432"/>
            <a:alphaOff val="0"/>
          </a:schemeClr>
        </a:solidFill>
        <a:ln w="22225" cap="rnd" cmpd="sng" algn="ctr">
          <a:solidFill>
            <a:schemeClr val="accent2">
              <a:hueOff val="595867"/>
              <a:satOff val="3457"/>
              <a:lumOff val="3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0" rIns="20455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Predictors: 8 literatures’ exposure scores at 2-digit SOC level</a:t>
          </a:r>
          <a:endParaRPr lang="en-US" sz="1400" kern="1200"/>
        </a:p>
      </dsp:txBody>
      <dsp:txXfrm>
        <a:off x="4479570" y="1590621"/>
        <a:ext cx="2070808" cy="1490982"/>
      </dsp:txXfrm>
    </dsp:sp>
    <dsp:sp modelId="{5CDCB4FE-9EE7-4B7E-AA38-A87AB8DC3001}">
      <dsp:nvSpPr>
        <dsp:cNvPr id="0" name=""/>
        <dsp:cNvSpPr/>
      </dsp:nvSpPr>
      <dsp:spPr>
        <a:xfrm>
          <a:off x="4479570" y="596633"/>
          <a:ext cx="2070808" cy="993988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165100" rIns="204550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03</a:t>
          </a:r>
        </a:p>
      </dsp:txBody>
      <dsp:txXfrm>
        <a:off x="4479570" y="596633"/>
        <a:ext cx="2070808" cy="993988"/>
      </dsp:txXfrm>
    </dsp:sp>
    <dsp:sp modelId="{CF23A712-106F-45E0-AA15-BB57E788B27B}">
      <dsp:nvSpPr>
        <dsp:cNvPr id="0" name=""/>
        <dsp:cNvSpPr/>
      </dsp:nvSpPr>
      <dsp:spPr>
        <a:xfrm>
          <a:off x="6716043" y="596633"/>
          <a:ext cx="2070808" cy="2484970"/>
        </a:xfrm>
        <a:prstGeom prst="rect">
          <a:avLst/>
        </a:prstGeom>
        <a:solidFill>
          <a:schemeClr val="accent2">
            <a:hueOff val="893801"/>
            <a:satOff val="5185"/>
            <a:lumOff val="5148"/>
            <a:alphaOff val="0"/>
          </a:schemeClr>
        </a:solidFill>
        <a:ln w="22225" cap="rnd" cmpd="sng" algn="ctr">
          <a:solidFill>
            <a:schemeClr val="accent2">
              <a:hueOff val="893801"/>
              <a:satOff val="5185"/>
              <a:lumOff val="5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0" rIns="20455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Controls: O*NET skills PCA, education, year / month / state fixed effects</a:t>
          </a:r>
          <a:endParaRPr lang="en-US" sz="1400" kern="1200"/>
        </a:p>
      </dsp:txBody>
      <dsp:txXfrm>
        <a:off x="6716043" y="1590621"/>
        <a:ext cx="2070808" cy="1490982"/>
      </dsp:txXfrm>
    </dsp:sp>
    <dsp:sp modelId="{E63C6CCC-9E26-4511-9F83-80277CC6C079}">
      <dsp:nvSpPr>
        <dsp:cNvPr id="0" name=""/>
        <dsp:cNvSpPr/>
      </dsp:nvSpPr>
      <dsp:spPr>
        <a:xfrm>
          <a:off x="6716043" y="596633"/>
          <a:ext cx="2070808" cy="993988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165100" rIns="204550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04</a:t>
          </a:r>
        </a:p>
      </dsp:txBody>
      <dsp:txXfrm>
        <a:off x="6716043" y="596633"/>
        <a:ext cx="2070808" cy="993988"/>
      </dsp:txXfrm>
    </dsp:sp>
    <dsp:sp modelId="{3AB61FF4-30FA-4249-8F76-8D73013D6C94}">
      <dsp:nvSpPr>
        <dsp:cNvPr id="0" name=""/>
        <dsp:cNvSpPr/>
      </dsp:nvSpPr>
      <dsp:spPr>
        <a:xfrm>
          <a:off x="8952517" y="596633"/>
          <a:ext cx="2070808" cy="2484970"/>
        </a:xfrm>
        <a:prstGeom prst="rect">
          <a:avLst/>
        </a:prstGeom>
        <a:solidFill>
          <a:schemeClr val="accent2">
            <a:hueOff val="1191735"/>
            <a:satOff val="6913"/>
            <a:lumOff val="6864"/>
            <a:alphaOff val="0"/>
          </a:schemeClr>
        </a:solidFill>
        <a:ln w="22225" cap="rnd" cmpd="sng" algn="ctr">
          <a:solidFill>
            <a:schemeClr val="accent2">
              <a:hueOff val="1191735"/>
              <a:satOff val="6913"/>
              <a:lumOff val="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0" rIns="20455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/>
            <a:t>Framing: predictive and associational, not causal</a:t>
          </a:r>
          <a:endParaRPr lang="en-US" sz="1400" kern="1200"/>
        </a:p>
      </dsp:txBody>
      <dsp:txXfrm>
        <a:off x="8952517" y="1590621"/>
        <a:ext cx="2070808" cy="1490982"/>
      </dsp:txXfrm>
    </dsp:sp>
    <dsp:sp modelId="{1C722C1A-B5F3-434E-B637-4DCEA76129D8}">
      <dsp:nvSpPr>
        <dsp:cNvPr id="0" name=""/>
        <dsp:cNvSpPr/>
      </dsp:nvSpPr>
      <dsp:spPr>
        <a:xfrm>
          <a:off x="8952517" y="596633"/>
          <a:ext cx="2070808" cy="993988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550" tIns="165100" rIns="204550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05</a:t>
          </a:r>
        </a:p>
      </dsp:txBody>
      <dsp:txXfrm>
        <a:off x="8952517" y="596633"/>
        <a:ext cx="2070808" cy="993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04506-EA84-460D-A070-63A2DDEF0047}">
      <dsp:nvSpPr>
        <dsp:cNvPr id="0" name=""/>
        <dsp:cNvSpPr/>
      </dsp:nvSpPr>
      <dsp:spPr>
        <a:xfrm>
          <a:off x="0" y="55628"/>
          <a:ext cx="4365171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kern="1200"/>
            <a:t>Median |r| = 0.46; Webb Robot and Software r ≈ 1</a:t>
          </a:r>
          <a:endParaRPr lang="en-US" sz="2600" kern="1200"/>
        </a:p>
      </dsp:txBody>
      <dsp:txXfrm>
        <a:off x="49004" y="104632"/>
        <a:ext cx="4267163" cy="905852"/>
      </dsp:txXfrm>
    </dsp:sp>
    <dsp:sp modelId="{05834E36-A7AB-4156-A29D-BD0A36D4F7F0}">
      <dsp:nvSpPr>
        <dsp:cNvPr id="0" name=""/>
        <dsp:cNvSpPr/>
      </dsp:nvSpPr>
      <dsp:spPr>
        <a:xfrm>
          <a:off x="0" y="1134369"/>
          <a:ext cx="4365171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kern="1200"/>
            <a:t>Acemoglu R.Man. and Arntz r ≈ −0.9</a:t>
          </a:r>
          <a:endParaRPr lang="en-US" sz="2600" kern="1200"/>
        </a:p>
      </dsp:txBody>
      <dsp:txXfrm>
        <a:off x="49004" y="1183373"/>
        <a:ext cx="4267163" cy="905852"/>
      </dsp:txXfrm>
    </dsp:sp>
    <dsp:sp modelId="{132F6C48-D4EB-4249-90DF-7469B45154EB}">
      <dsp:nvSpPr>
        <dsp:cNvPr id="0" name=""/>
        <dsp:cNvSpPr/>
      </dsp:nvSpPr>
      <dsp:spPr>
        <a:xfrm>
          <a:off x="0" y="2213109"/>
          <a:ext cx="4365171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kern="1200"/>
            <a:t>Several scores uncorrelated: different constructs</a:t>
          </a:r>
          <a:endParaRPr lang="en-US" sz="2600" kern="1200"/>
        </a:p>
      </dsp:txBody>
      <dsp:txXfrm>
        <a:off x="49004" y="2262113"/>
        <a:ext cx="4267163" cy="905852"/>
      </dsp:txXfrm>
    </dsp:sp>
    <dsp:sp modelId="{92A4B5BE-B16F-4577-BCBB-78FF528C9B09}">
      <dsp:nvSpPr>
        <dsp:cNvPr id="0" name=""/>
        <dsp:cNvSpPr/>
      </dsp:nvSpPr>
      <dsp:spPr>
        <a:xfrm>
          <a:off x="0" y="3291849"/>
          <a:ext cx="4365171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kern="1200"/>
            <a:t>Motivates the ensemble</a:t>
          </a:r>
          <a:endParaRPr lang="en-US" sz="2600" kern="1200"/>
        </a:p>
      </dsp:txBody>
      <dsp:txXfrm>
        <a:off x="49004" y="3340853"/>
        <a:ext cx="4267163" cy="9058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3B085-B31F-4CFE-8961-2B92123E0D9A}">
      <dsp:nvSpPr>
        <dsp:cNvPr id="0" name=""/>
        <dsp:cNvSpPr/>
      </dsp:nvSpPr>
      <dsp:spPr>
        <a:xfrm>
          <a:off x="0" y="1523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76821-D202-4062-9753-A9454FF92819}">
      <dsp:nvSpPr>
        <dsp:cNvPr id="0" name=""/>
        <dsp:cNvSpPr/>
      </dsp:nvSpPr>
      <dsp:spPr>
        <a:xfrm>
          <a:off x="196357" y="147574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76C9E-FB23-4600-917F-330DA3A00994}">
      <dsp:nvSpPr>
        <dsp:cNvPr id="0" name=""/>
        <dsp:cNvSpPr/>
      </dsp:nvSpPr>
      <dsp:spPr>
        <a:xfrm>
          <a:off x="749727" y="1523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Single-score regressions, then ensemble LASSO, 10×10-fold CV, metric R²</a:t>
          </a:r>
          <a:endParaRPr lang="en-US" sz="1900" kern="1200" dirty="0"/>
        </a:p>
      </dsp:txBody>
      <dsp:txXfrm>
        <a:off x="749727" y="1523"/>
        <a:ext cx="6262642" cy="649115"/>
      </dsp:txXfrm>
    </dsp:sp>
    <dsp:sp modelId="{CF5D5D31-977C-49ED-9860-D191A7B23B6A}">
      <dsp:nvSpPr>
        <dsp:cNvPr id="0" name=""/>
        <dsp:cNvSpPr/>
      </dsp:nvSpPr>
      <dsp:spPr>
        <a:xfrm>
          <a:off x="0" y="812917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4EFC2-C97C-4653-B8FA-671CB1502764}">
      <dsp:nvSpPr>
        <dsp:cNvPr id="0" name=""/>
        <dsp:cNvSpPr/>
      </dsp:nvSpPr>
      <dsp:spPr>
        <a:xfrm>
          <a:off x="196357" y="958968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4902D-CE0A-4DDE-9A4E-F1F8C89914C8}">
      <dsp:nvSpPr>
        <dsp:cNvPr id="0" name=""/>
        <dsp:cNvSpPr/>
      </dsp:nvSpPr>
      <dsp:spPr>
        <a:xfrm>
          <a:off x="749727" y="812917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Best single score (Arntz et al.): R² = 0.107</a:t>
          </a:r>
          <a:endParaRPr lang="en-US" sz="1900" kern="1200"/>
        </a:p>
      </dsp:txBody>
      <dsp:txXfrm>
        <a:off x="749727" y="812917"/>
        <a:ext cx="6262642" cy="649115"/>
      </dsp:txXfrm>
    </dsp:sp>
    <dsp:sp modelId="{9AC44809-E246-40B4-BB86-FF68097642AB}">
      <dsp:nvSpPr>
        <dsp:cNvPr id="0" name=""/>
        <dsp:cNvSpPr/>
      </dsp:nvSpPr>
      <dsp:spPr>
        <a:xfrm>
          <a:off x="0" y="1624311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F232E8-47CB-4364-BCAC-AEBE5BF656C5}">
      <dsp:nvSpPr>
        <dsp:cNvPr id="0" name=""/>
        <dsp:cNvSpPr/>
      </dsp:nvSpPr>
      <dsp:spPr>
        <a:xfrm>
          <a:off x="196357" y="1770361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74F01-904D-4CD6-8360-33B92B24990A}">
      <dsp:nvSpPr>
        <dsp:cNvPr id="0" name=""/>
        <dsp:cNvSpPr/>
      </dsp:nvSpPr>
      <dsp:spPr>
        <a:xfrm>
          <a:off x="749727" y="1624311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Ensemble of all scores: 0.298</a:t>
          </a:r>
          <a:endParaRPr lang="en-US" sz="1900" kern="1200"/>
        </a:p>
      </dsp:txBody>
      <dsp:txXfrm>
        <a:off x="749727" y="1624311"/>
        <a:ext cx="6262642" cy="649115"/>
      </dsp:txXfrm>
    </dsp:sp>
    <dsp:sp modelId="{05814358-1CF6-49B8-97C6-CE6181B13936}">
      <dsp:nvSpPr>
        <dsp:cNvPr id="0" name=""/>
        <dsp:cNvSpPr/>
      </dsp:nvSpPr>
      <dsp:spPr>
        <a:xfrm>
          <a:off x="0" y="2435704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7A626-31FD-42F9-972E-17243262BB83}">
      <dsp:nvSpPr>
        <dsp:cNvPr id="0" name=""/>
        <dsp:cNvSpPr/>
      </dsp:nvSpPr>
      <dsp:spPr>
        <a:xfrm>
          <a:off x="196357" y="2581755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90806-001F-43F5-B30C-14A2C34251CF}">
      <dsp:nvSpPr>
        <dsp:cNvPr id="0" name=""/>
        <dsp:cNvSpPr/>
      </dsp:nvSpPr>
      <dsp:spPr>
        <a:xfrm>
          <a:off x="749727" y="2435704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Baseline controls: 0.574</a:t>
          </a:r>
          <a:endParaRPr lang="en-US" sz="1900" kern="1200"/>
        </a:p>
      </dsp:txBody>
      <dsp:txXfrm>
        <a:off x="749727" y="2435704"/>
        <a:ext cx="6262642" cy="649115"/>
      </dsp:txXfrm>
    </dsp:sp>
    <dsp:sp modelId="{09B3E33D-C22F-443D-8B3E-43977E675E9B}">
      <dsp:nvSpPr>
        <dsp:cNvPr id="0" name=""/>
        <dsp:cNvSpPr/>
      </dsp:nvSpPr>
      <dsp:spPr>
        <a:xfrm>
          <a:off x="0" y="3247098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CEA29-5DFF-4652-B4CC-A54C8A753A5D}">
      <dsp:nvSpPr>
        <dsp:cNvPr id="0" name=""/>
        <dsp:cNvSpPr/>
      </dsp:nvSpPr>
      <dsp:spPr>
        <a:xfrm>
          <a:off x="196357" y="3393149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0ABBD-6E17-4864-871F-6AFAAE1DFB30}">
      <dsp:nvSpPr>
        <dsp:cNvPr id="0" name=""/>
        <dsp:cNvSpPr/>
      </dsp:nvSpPr>
      <dsp:spPr>
        <a:xfrm>
          <a:off x="749727" y="3247098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Baseline + ensemble: 0.755 (+18.1 points)</a:t>
          </a:r>
          <a:endParaRPr lang="en-US" sz="1900" kern="1200"/>
        </a:p>
      </dsp:txBody>
      <dsp:txXfrm>
        <a:off x="749727" y="3247098"/>
        <a:ext cx="6262642" cy="649115"/>
      </dsp:txXfrm>
    </dsp:sp>
    <dsp:sp modelId="{0C9A0AD1-0851-44E1-8F32-7D7EF447084A}">
      <dsp:nvSpPr>
        <dsp:cNvPr id="0" name=""/>
        <dsp:cNvSpPr/>
      </dsp:nvSpPr>
      <dsp:spPr>
        <a:xfrm>
          <a:off x="0" y="4058492"/>
          <a:ext cx="7012370" cy="6491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6D976-85BF-46D8-876C-C05636924194}">
      <dsp:nvSpPr>
        <dsp:cNvPr id="0" name=""/>
        <dsp:cNvSpPr/>
      </dsp:nvSpPr>
      <dsp:spPr>
        <a:xfrm>
          <a:off x="196357" y="4204543"/>
          <a:ext cx="357013" cy="3570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534B2-712C-4A97-8C04-E75560062842}">
      <dsp:nvSpPr>
        <dsp:cNvPr id="0" name=""/>
        <dsp:cNvSpPr/>
      </dsp:nvSpPr>
      <dsp:spPr>
        <a:xfrm>
          <a:off x="749727" y="4058492"/>
          <a:ext cx="6262642" cy="649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98" tIns="68698" rIns="68698" bIns="6869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Takeaway: no single score is reliable, but together they add real signal</a:t>
          </a:r>
          <a:endParaRPr lang="en-US" sz="1900" kern="1200"/>
        </a:p>
      </dsp:txBody>
      <dsp:txXfrm>
        <a:off x="749727" y="4058492"/>
        <a:ext cx="6262642" cy="649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91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48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34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48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90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40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78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21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21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99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85A213C-EF0F-4784-9CB4-1CC2E0A0610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02CAECE-287A-4938-873A-9716BB836EF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28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71BB0-E7C6-40B3-1911-0A769BAD8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9960" y="1507414"/>
            <a:ext cx="7295507" cy="3703320"/>
          </a:xfrm>
        </p:spPr>
        <p:txBody>
          <a:bodyPr anchor="ctr">
            <a:normAutofit/>
          </a:bodyPr>
          <a:lstStyle/>
          <a:p>
            <a:r>
              <a:rPr lang="en-GB" sz="4800" dirty="0"/>
              <a:t>Does “AI exposure” predict who actually loses their job?</a:t>
            </a:r>
            <a:br>
              <a:rPr lang="en-GB" sz="4800" dirty="0"/>
            </a:b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0952F-CF61-5D8F-B79F-4DD7FDDB3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342" y="1507414"/>
            <a:ext cx="3559085" cy="3703320"/>
          </a:xfrm>
          <a:ln w="57150">
            <a:noFill/>
          </a:ln>
        </p:spPr>
        <p:txBody>
          <a:bodyPr anchor="ctr">
            <a:normAutofit/>
          </a:bodyPr>
          <a:lstStyle/>
          <a:p>
            <a:pPr algn="r"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sz="2000" dirty="0"/>
              <a:t>Critique of Frank, Ahn &amp; Moro (2025), PNAS Nexus</a:t>
            </a:r>
          </a:p>
          <a:p>
            <a:pPr algn="r"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sz="2000" dirty="0"/>
              <a:t>CSCU9DA  |  Data: github.com/mrfrank8176/</a:t>
            </a:r>
            <a:r>
              <a:rPr lang="en-GB" sz="2000" dirty="0" err="1"/>
              <a:t>unemploymentRisk</a:t>
            </a:r>
            <a:endParaRPr lang="en-GB" sz="2000" dirty="0"/>
          </a:p>
          <a:p>
            <a:pPr algn="r"/>
            <a:endParaRPr lang="en-GB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4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40C03-C01B-F2F6-EA8A-2387E87C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accent1"/>
                </a:solidFill>
              </a:rPr>
              <a:t>Problem &amp; motivation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FE79FC-3EF8-B7A7-B410-32068F1EB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639048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0537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4337-7C22-7233-FE61-E6EECAC5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EFF"/>
                </a:solidFill>
              </a:rPr>
              <a:t>Study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B97C07-D393-1553-47CA-3E4D2B02CD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428837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671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B8A-69D3-D892-49A0-6B4694A5A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audit: does the repo match the paper?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0480-9957-1D6D-A7A6-44B15A562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140,274 rows × 9 columns: exact match with paper’s N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50 states, 22 SOC groups, 132 months; no blanks, no -999/NA codes, no duplicate keys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Unbalanced panel: 4,926 of 145,200 cells (3.4%) absent, undocumented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26 risk values &gt; 1 (impossible share), e.g. Alaska farming 2.42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342 cells with a single claimant (re-identification risk)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/>
              <a:t>Exposure file: state-level, 549 rows; SOC-level scores and code not released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24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g1_risk_distribution.png">
            <a:extLst>
              <a:ext uri="{FF2B5EF4-FFF2-40B4-BE49-F238E27FC236}">
                <a16:creationId xmlns:a16="http://schemas.microsoft.com/office/drawing/2014/main" id="{0135F644-7643-B3D5-D1D6-26484F87E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64" y="447234"/>
            <a:ext cx="9200724" cy="345027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chemeClr val="tx2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9DB29-AA81-12DB-4740-19EFDE01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en-GB"/>
              <a:t>Target is skewed; log10 fixes 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1137F-C64B-BB13-5D4C-625922BE6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491" y="4596992"/>
            <a:ext cx="7240909" cy="1607012"/>
          </a:xfrm>
        </p:spPr>
        <p:txBody>
          <a:bodyPr>
            <a:normAutofit fontScale="92500"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sz="2000" dirty="0">
                <a:solidFill>
                  <a:schemeClr val="bg1"/>
                </a:solidFill>
              </a:rPr>
              <a:t>Raw risk is heavily right-skewed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sz="2000" dirty="0">
                <a:solidFill>
                  <a:schemeClr val="bg1"/>
                </a:solidFill>
              </a:rPr>
              <a:t>log10(risk) is near symmetric, which justifies the paper’s transform</a:t>
            </a:r>
          </a:p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sz="2000" dirty="0">
                <a:solidFill>
                  <a:schemeClr val="bg1"/>
                </a:solidFill>
              </a:rPr>
              <a:t>Tail past 1 are small-denominator occupations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5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g2_risk_over_time.png">
            <a:extLst>
              <a:ext uri="{FF2B5EF4-FFF2-40B4-BE49-F238E27FC236}">
                <a16:creationId xmlns:a16="http://schemas.microsoft.com/office/drawing/2014/main" id="{99085274-3092-12F7-1568-60F5B52D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86" y="447234"/>
            <a:ext cx="8625679" cy="34502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chemeClr val="tx2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8EEE2-6DDE-375F-0A6E-23C4CF78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en-GB" dirty="0"/>
              <a:t>Seasonality and COVID dominate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FA13-0DE2-CC4C-971C-4CC0348C4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491" y="4596992"/>
            <a:ext cx="7240909" cy="1607012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Education (SOC 25) peaks every summer; farming (SOC 45) every winter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March 2020 spike hits every occupation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Explains month fixed effects and the 2019 cut-off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rPr lang="en-GB" dirty="0">
                <a:solidFill>
                  <a:schemeClr val="bg1"/>
                </a:solidFill>
              </a:rPr>
              <a:t>Risk differs ~100× between occupations</a:t>
            </a:r>
          </a:p>
          <a:p>
            <a:pPr>
              <a:lnSpc>
                <a:spcPct val="90000"/>
              </a:lnSpc>
            </a:pPr>
            <a:endParaRPr lang="en-GB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25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FEB9-2F30-6891-5A5B-69259633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Exposure scores disagree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B4D1024-405E-8699-CD90-738376006F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762394"/>
              </p:ext>
            </p:extLst>
          </p:nvPr>
        </p:nvGraphicFramePr>
        <p:xfrm>
          <a:off x="849086" y="1934482"/>
          <a:ext cx="43651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fig3_exposure_correlations.png">
            <a:extLst>
              <a:ext uri="{FF2B5EF4-FFF2-40B4-BE49-F238E27FC236}">
                <a16:creationId xmlns:a16="http://schemas.microsoft.com/office/drawing/2014/main" id="{1BCA5F21-8D51-845E-D606-0CA3C7812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1825625"/>
            <a:ext cx="5381486" cy="43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5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E0341-26CB-FCEE-1C4D-DAB10C22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accent1"/>
                </a:solidFill>
              </a:rPr>
              <a:t>Method &amp; headline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DDAA9C-3CF4-2F73-E6F0-A74A9866B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855388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410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Metadata/LabelInfo.xml><?xml version="1.0" encoding="utf-8"?>
<clbl:labelList xmlns:clbl="http://schemas.microsoft.com/office/2020/mipLabelMetadata">
  <clbl:label id="{d6fa6db5-9f3a-4c93-9e38-61059ee07e95}" enabled="1" method="Standard" siteId="{4e8d09f7-cc79-4ccb-9149-a4238dd174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19</TotalTime>
  <Words>440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</vt:lpstr>
      <vt:lpstr>Does “AI exposure” predict who actually loses their job? </vt:lpstr>
      <vt:lpstr>Problem &amp; motivation</vt:lpstr>
      <vt:lpstr>Study design</vt:lpstr>
      <vt:lpstr>Data audit: does the repo match the paper?</vt:lpstr>
      <vt:lpstr>Target is skewed; log10 fixes it</vt:lpstr>
      <vt:lpstr>Seasonality and COVID dominate</vt:lpstr>
      <vt:lpstr>Exposure scores disagree</vt:lpstr>
      <vt:lpstr>Method &amp; headline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Ashton Iglesias</dc:creator>
  <cp:lastModifiedBy>Sam Ashton Iglesias</cp:lastModifiedBy>
  <cp:revision>5</cp:revision>
  <dcterms:created xsi:type="dcterms:W3CDTF">2026-10-26T18:02:12Z</dcterms:created>
  <dcterms:modified xsi:type="dcterms:W3CDTF">2026-10-30T12:57:17Z</dcterms:modified>
</cp:coreProperties>
</file>